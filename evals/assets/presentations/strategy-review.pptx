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authors.xml" ContentType="application/vnd.ms-powerpoint.authors+xml"/>
  <Override PartName="/ppt/comments/modernComment.xml" ContentType="application/vnd.ms-powerpoint.comments+xml"/>
  <Override PartName="/ppt/diagrams/strategy-data.xml" ContentType="application/vnd.openxmlformats-officedocument.drawingml.diagramData+xml"/>
  <Override PartName="/ppt/diagrams/strategy-layout.xml" ContentType="application/vnd.openxmlformats-officedocument.drawingml.diagramLayout+xml"/>
  <Override PartName="/ppt/diagrams/strategy-style.xml" ContentType="application/vnd.openxmlformats-officedocument.drawingml.diagramStyle+xml"/>
  <Override PartName="/ppt/diagrams/strategy-colors.xml" ContentType="application/vnd.openxmlformats-officedocument.drawingml.diagramColor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74b337fd1b044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notesMasterIdLst>
    <p:notesMasterId xmlns:r="http://schemas.openxmlformats.org/officeDocument/2006/relationships" r:id="rIdNotesMaster1"/>
  </p:notes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</p:sldIdLst>
  <p:sldSz cx="12192000" cy="6858000"/>
  <p:notesSz cx="6858000" cy="9144000"/>
  <p:defaultTextStyle/>
</p:presentation>
</file>

<file path=ppt/authors.xml><?xml version="1.0" encoding="utf-8"?>
<p188:authorLst xmlns:p188="http://schemas.microsoft.com/office/powerpoint/2018/8/main">
  <p188:author id="{AAAAAAAA-AAAA-4AAA-8AAA-AAAAAAAAAAAA}" name="Strategy reviewer" initials="SR" userId="strategy.reviewer@example.test" providerId="None"/>
  <p188:author id="{BBBBBBBB-BBBB-4BBB-8BBB-BBBBBBBBBBBB}" name="Evidence owner" initials="EO" userId="evidence.owner@example.test" providerId="None"/>
</p188:authorLst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notesMaster" Target="/ppt/notesMasters/notesMaster1.xml" Id="rIdNotesMaster1" /><Relationship Type="http://schemas.microsoft.com/office/2018/10/relationships/authors" Target="/ppt/authors.xml" Id="rIdModernCommentAuthors" /></Relationships>
</file>

<file path=ppt/comments/modernComment.xml><?xml version="1.0" encoding="utf-8"?>
<p188:cmLst xmlns:p188="http://schemas.microsoft.com/office/powerpoint/2018/8/main" xmlns:a="http://schemas.openxmlformats.org/drawingml/2006/main" xmlns:oac="http://schemas.microsoft.com/office/drawing/2013/main/command" xmlns:pc="http://schemas.microsoft.com/office/powerpoint/2013/main/command">
  <p188:cm id="{11111111-1111-4111-8111-111111111111}" authorId="{AAAAAAAA-AAAA-4AAA-8AAA-AAAAAAAAAAAA}" status="active" created="2026-07-20T04:00:00.0000000+00:00">
    <oac:txMkLst>
      <pc:sldMkLst>
        <pc:docMk/>
        <pc:sldMk sldId="259"/>
      </pc:sldMkLst>
      <oac:spMk id="4"/>
      <oac:txMk cp="0" len="13"/>
    </oac:txMkLst>
    <p188:pos x="1234500" y="2345600"/>
    <p188:replyLst>
      <p188:reply id="{22222222-2222-4222-8222-222222222222}" authorId="{BBBBBBBB-BBBB-4BBB-8BBB-BBBBBBBBBBBB}" status="active" created="2026-07-20T04:05:00.0000000+00:00">
        <p188:txBody>
          <a:bodyPr/>
          <a:lstStyle/>
          <a:p>
            <a:r>
              <a:t>The evidence is attached to the review record.</a:t>
            </a:r>
          </a:p>
        </p188:txBody>
      </p188:reply>
    </p188:replyLst>
    <p188:txBody>
      <a:bodyPr/>
      <a:lstStyle/>
      <a:p>
        <a:r>
          <a:t>Confirm the strategy evidence before publication.</a:t>
        </a:r>
      </a:p>
    </p188:txBody>
  </p188:cm>
</p188:cmLst>
</file>

<file path=ppt/diagrams/strategy-colors.xml><?xml version="1.0" encoding="utf-8"?>
<dgm:colorsDef xmlns:dgm="http://schemas.openxmlformats.org/drawingml/2006/diagram" uniqueId="urn:office-kit:strategy-colors">
  <dgm:title val="Strategy"/>
  <dgm:desc val="Strategy colors"/>
  <dgm:catLst/>
</dgm:colorsDef>
</file>

<file path=ppt/diagrams/strategy-data.xml><?xml version="1.0" encoding="utf-8"?>
<dgm:dataModel xmlns:dgm="http://schemas.openxmlformats.org/drawingml/2006/diagram" xmlns:a="http://schemas.openxmlformats.org/drawingml/2006/main">
  <dgm:ptLst>
    <dgm:pt modelId="{A1111111-1111-4111-8111-111111111111}" type="doc">
      <dgm:t>
        <a:bodyPr/>
        <a:lstStyle/>
        <a:p>
          <a:r>
            <a:t>Frame</a:t>
          </a:r>
        </a:p>
      </dgm:t>
    </dgm:pt>
    <dgm:pt modelId="{B2222222-2222-4222-8222-222222222222}" type="doc">
      <dgm:t>
        <a:bodyPr/>
        <a:lstStyle/>
        <a:p>
          <a:r>
            <a:t>Focus</a:t>
          </a:r>
        </a:p>
      </dgm:t>
    </dgm:pt>
    <dgm:pt modelId="{C3333333-3333-4333-8333-333333333333}" type="doc">
      <dgm:t>
        <a:bodyPr/>
        <a:lstStyle/>
        <a:p>
          <a:r>
            <a:t>Scale candidate</a:t>
          </a:r>
        </a:p>
      </dgm:t>
    </dgm:pt>
  </dgm:ptLst>
  <dgm:cxnLst/>
  <dgm:bg/>
  <dgm:whole/>
</dgm:dataModel>
</file>

<file path=ppt/diagrams/strategy-layout.xml><?xml version="1.0" encoding="utf-8"?>
<dgm:layoutDef xmlns:dgm="http://schemas.openxmlformats.org/drawingml/2006/diagram" uniqueId="urn:office-kit:strategy-layout">
  <dgm:title val="Strategy"/>
  <dgm:desc val="Strategy layout"/>
  <dgm:catLst/>
  <dgm:layoutNode name="root"/>
</dgm:layoutDef>
</file>

<file path=ppt/diagrams/strategy-style.xml><?xml version="1.0" encoding="utf-8"?>
<dgm:styleDef xmlns:dgm="http://schemas.openxmlformats.org/drawingml/2006/diagram" uniqueId="urn:office-kit:strategy-style">
  <dgm:title val="Strategy"/>
  <dgm:desc val="Strategy style"/>
  <dgm:catLst/>
  <dgm:styleLbl name="node0"/>
</dgm:styleDef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/>
  <p:notesStyle/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NotesMaster1" /><Relationship Type="http://schemas.openxmlformats.org/officeDocument/2006/relationships/slide" Target="/ppt/slides/slide4.xml" Id="rIdSlid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Notes Placeholder 1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Review the decision evidence and retain the accountable owner.</a:t>
            </a:r>
            <a:endParaRPr lang="en-US"/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Id="rIdStrategyDiagramData" Type="http://schemas.openxmlformats.org/officeDocument/2006/relationships/diagramData" Target="../diagrams/strategy-data.xml"/><Relationship Id="rIdStrategyDiagramLayout" Type="http://schemas.openxmlformats.org/officeDocument/2006/relationships/diagramLayout" Target="../diagrams/strategy-layout.xml"/><Relationship Id="rIdStrategyDiagramStyle" Type="http://schemas.openxmlformats.org/officeDocument/2006/relationships/diagramQuickStyle" Target="../diagrams/strategy-style.xml"/><Relationship Id="rIdStrategyDiagramColors" Type="http://schemas.openxmlformats.org/officeDocument/2006/relationships/diagramColors" Target="../diagrams/strategy-colors.xml"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notesSlide" Target="/ppt/notesSlides/notesSlide1.xml" Id="rIdNotes1" /><Relationship Type="http://schemas.microsoft.com/office/2018/10/relationships/comments" Target="/ppt/comments/modernComment.xml" Id="rIdModernComments4" /></Relationships>
</file>

<file path=ppt/slides/slide1.xml><?xml version="1.0" encoding="utf-8"?>
<p:sld xmlns:p="http://schemas.openxmlformats.org/presentationml/2006/main">
  <p:cSld name="Strategy overview">
    <p:bg>
      <p:bgPr>
        <a:solidFill xmlns:a="http://schemas.openxmlformats.org/drawingml/2006/main">
          <a:srgbClr val="DBEAFE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strategy-title-1"/>
          <p:cNvSpPr txBox="1"/>
          <p:nvPr/>
        </p:nvSpPr>
        <p:spPr>
          <a:xfrm xmlns:a="http://schemas.openxmlformats.org/drawingml/2006/main">
            <a:off x="685800" y="685800"/>
            <a:ext cx="971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0F172A"/>
                </a:solidFill>
              </a:rPr>
              <a:t>Strategy overview</a:t>
            </a:r>
            <a:endParaRPr lang="en-US"/>
          </a:p>
        </p:txBody>
      </p:sp>
      <p:sp>
        <p:nvSpPr>
          <p:cNvPr id="3" name="strategy-canary-1"/>
          <p:cNvSpPr txBox="1"/>
          <p:nvPr/>
        </p:nvSpPr>
        <p:spPr>
          <a:xfrm xmlns:a="http://schemas.openxmlformats.org/drawingml/2006/main">
            <a:off x="685800" y="1847850"/>
            <a:ext cx="914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334155"/>
                </a:solidFill>
              </a:rPr>
              <a:t>All non-target slide content and native package graphs must remain unchanged.</a:t>
            </a:r>
            <a:endParaRPr lang="en-US"/>
          </a:p>
        </p:txBody>
      </p:sp>
      <p:graphicFrame xmlns:a="http://schemas.openxmlformats.org/drawingml/2006/main" xmlns:r="http://schemas.openxmlformats.org/officeDocument/2006/relationships">
        <p:nvGraphicFramePr>
          <p:cNvPr id="120" name="Strategy SmartArt"/>
          <p:cNvGraphicFramePr>
            <a:graphicFrameLocks noGrp="1"/>
          </p:cNvGraphicFramePr>
          <p:nvPr/>
        </p:nvGraphicFramePr>
        <p:xfrm>
          <a:off x="914400" y="1828800"/>
          <a:ext cx="5486400" cy="2743200"/>
        </p:xfrm>
        <a:graphic>
          <a:graphicData uri="http://schemas.openxmlformats.org/drawingml/2006/diagram">
            <dgm:relIds xmlns:dgm="http://schemas.openxmlformats.org/drawingml/2006/diagram" r:dm="rIdStrategyDiagramData" r:lo="rIdStrategyDiagramLayout" r:qs="rIdStrategyDiagramStyle" r:cs="rIdStrategyDiagramColors"/>
          </a:graphicData>
        </a:graphic>
      </p:graphicFrame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Strategy details">
    <p:bg>
      <p:bgPr>
        <a:solidFill xmlns:a="http://schemas.openxmlformats.org/drawingml/2006/main">
          <a:srgbClr val="DCFCE7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strategy-title-2"/>
          <p:cNvSpPr txBox="1"/>
          <p:nvPr/>
        </p:nvSpPr>
        <p:spPr>
          <a:xfrm xmlns:a="http://schemas.openxmlformats.org/drawingml/2006/main">
            <a:off x="685800" y="685800"/>
            <a:ext cx="971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0F172A"/>
                </a:solidFill>
              </a:rPr>
              <a:t>Strategy details</a:t>
            </a:r>
            <a:endParaRPr lang="en-US"/>
          </a:p>
        </p:txBody>
      </p:sp>
      <p:sp>
        <p:nvSpPr>
          <p:cNvPr id="3" name="strategy-canary-2"/>
          <p:cNvSpPr txBox="1"/>
          <p:nvPr/>
        </p:nvSpPr>
        <p:spPr>
          <a:xfrm xmlns:a="http://schemas.openxmlformats.org/drawingml/2006/main">
            <a:off x="685800" y="1847850"/>
            <a:ext cx="914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334155"/>
                </a:solidFill>
              </a:rPr>
              <a:t>All non-target slide content and native package graphs must remain unchanged.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Strategy controls">
    <p:bg>
      <p:bgPr>
        <a:solidFill xmlns:a="http://schemas.openxmlformats.org/drawingml/2006/main">
          <a:srgbClr val="FEF3C7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strategy-title-3"/>
          <p:cNvSpPr txBox="1"/>
          <p:nvPr/>
        </p:nvSpPr>
        <p:spPr>
          <a:xfrm xmlns:a="http://schemas.openxmlformats.org/drawingml/2006/main">
            <a:off x="685800" y="685800"/>
            <a:ext cx="971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0F172A"/>
                </a:solidFill>
              </a:rPr>
              <a:t>Strategy controls</a:t>
            </a:r>
            <a:endParaRPr lang="en-US"/>
          </a:p>
        </p:txBody>
      </p:sp>
      <p:sp>
        <p:nvSpPr>
          <p:cNvPr id="3" name="strategy-canary-3"/>
          <p:cNvSpPr txBox="1"/>
          <p:nvPr/>
        </p:nvSpPr>
        <p:spPr>
          <a:xfrm xmlns:a="http://schemas.openxmlformats.org/drawingml/2006/main">
            <a:off x="685800" y="1847850"/>
            <a:ext cx="914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334155"/>
                </a:solidFill>
              </a:rPr>
              <a:t>All non-target slide content and native package graphs must remain unchanged.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Strategy review">
    <p:bg>
      <p:bgPr>
        <a:solidFill xmlns:a="http://schemas.openxmlformats.org/drawingml/2006/main">
          <a:srgbClr val="FCE7F3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strategy-title-4"/>
          <p:cNvSpPr txBox="1"/>
          <p:nvPr/>
        </p:nvSpPr>
        <p:spPr>
          <a:xfrm xmlns:a="http://schemas.openxmlformats.org/drawingml/2006/main">
            <a:off x="685800" y="685800"/>
            <a:ext cx="971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0F172A"/>
                </a:solidFill>
              </a:rPr>
              <a:t>Strategy review</a:t>
            </a:r>
            <a:endParaRPr lang="en-US"/>
          </a:p>
        </p:txBody>
      </p:sp>
      <p:sp>
        <p:nvSpPr>
          <p:cNvPr id="3" name="strategy-canary-4"/>
          <p:cNvSpPr txBox="1"/>
          <p:nvPr/>
        </p:nvSpPr>
        <p:spPr>
          <a:xfrm xmlns:a="http://schemas.openxmlformats.org/drawingml/2006/main">
            <a:off x="685800" y="1847850"/>
            <a:ext cx="914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334155"/>
                </a:solidFill>
              </a:rPr>
              <a:t>All non-target slide content and native package graphs must remain unchanged.</a:t>
            </a:r>
            <a:endParaRPr lang="en-US"/>
          </a:p>
        </p:txBody>
      </p:sp>
      <p:sp>
        <p:nvSpPr>
          <p:cNvPr id="4" name="Strategy review anchor"/>
          <p:cNvSpPr/>
          <p:nvPr/>
        </p:nvSpPr>
        <p:spPr>
          <a:xfrm xmlns:a="http://schemas.openxmlformats.org/drawingml/2006/main">
            <a:off x="685800" y="3048000"/>
            <a:ext cx="647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>Review anchor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