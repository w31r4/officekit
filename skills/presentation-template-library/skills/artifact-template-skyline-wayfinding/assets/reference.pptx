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aee4befb94847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b4e39f1eccfa54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267f7f1357004a2a" /><Relationship Type="http://schemas.openxmlformats.org/officeDocument/2006/relationships/chart" Target="/ppt/slides/charts/chart2.xml" Id="Rf1d828cc3b5846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4df9c6298f17ef7a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7f7f1357004a2a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d828cc3b5846ee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4df9c6298f17ef7a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62A4A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