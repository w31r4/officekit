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3e740decb640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4bd683f73b7a54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81937ea46698471d" /><Relationship Type="http://schemas.openxmlformats.org/officeDocument/2006/relationships/chart" Target="/ppt/slides/charts/chart2.xml" Id="Rb58bd673ce344f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5148bd6add1d4094" /><Relationship Type="http://schemas.openxmlformats.org/officeDocument/2006/relationships/chart" Target="/ppt/slides/charts/chart4.xml" Id="R127e924b970f4a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skyline-wayfinding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937ea46698471d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8bd673ce344fbc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48bd6add1d4094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7e924b970f4aa7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Exception before polish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