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ef5cfb511b44a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237998db8bee20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8e1ba43ae0e34adc" /><Relationship Type="http://schemas.openxmlformats.org/officeDocument/2006/relationships/chart" Target="/ppt/slides/charts/chart2.xml" Id="R9c9f0862d34948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1ba43ae0e34adc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9f0862d3494813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62A4A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