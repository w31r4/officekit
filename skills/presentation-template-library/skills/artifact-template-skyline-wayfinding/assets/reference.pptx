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1fc7cefccc042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011b76dbb3254f97" /><Relationship Type="http://schemas.openxmlformats.org/officeDocument/2006/relationships/chart" Target="/ppt/slides/charts/chart2.xml" Id="R4b810955697b42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e9f763d8ad3f4ba4" /><Relationship Type="http://schemas.openxmlformats.org/officeDocument/2006/relationships/chart" Target="/ppt/slides/charts/chart4.xml" Id="Rd50673aa2f1548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skyline-wayfinding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1b76dbb3254f97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810955697b422b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f763d8ad3f4ba4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0673aa2f1548fd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Exception before polish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