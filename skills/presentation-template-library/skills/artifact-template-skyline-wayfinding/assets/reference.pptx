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b8d0d8bb57643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ff039bf2f181c5d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52d57df6db3b44f0" /><Relationship Type="http://schemas.openxmlformats.org/officeDocument/2006/relationships/chart" Target="/ppt/slides/charts/chart2.xml" Id="R11478c1a121c48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b4e39f1eccfa54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4C9D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6A7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E9A3D"/>
            </a:solidFill>
            <a:ln w="38100">
              <a:solidFill>
                <a:srgbClr val="EE9A3D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ff039bf2f181c5d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100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62A4A"/>
                </a:solidFill>
                <a:latin typeface="Arial"/>
                <a:ea typeface="Arial"/>
              </a:rPr>
              <a:t>Skyline Wayfinding: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4C9DD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62A4A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62A4A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4C9DD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62A4A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d57df6db3b44f0"/>
          </a:graphicData>
        </a:graphic>
      </p:graphicFrame>
      <p:graphicFrame>
        <p:nvGraphicFramePr>
          <p:cNvPr id="9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478c1a121c48f8"/>
          </a:graphicData>
        </a:graphic>
      </p:graphicFrame>
      <p:sp>
        <p:nvSpPr>
          <p:cNvPr id="10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4C9DD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2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62A4A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3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6A7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62A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9A3D"/>
          </a:solidFill>
          <a:ln xmlns:a="http://schemas.openxmlformats.org/drawingml/2006/main" w="0">
            <a:solidFill>
              <a:srgbClr val="EE9A3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C96A7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A4A"/>
          </a:solidFill>
          <a:ln xmlns:a="http://schemas.openxmlformats.org/drawingml/2006/main" w="0">
            <a:solidFill>
              <a:srgbClr val="162A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62A4A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62A4A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6A7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b4e39f1eccfa54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>
              <a:alpha val="94000"/>
            </a:srgbClr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162A4A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62A4A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4C9DD8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62A4A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KYLINE WAYFINDING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4C9DD8"/>
                </a:solidFill>
                <a:latin typeface="Arial"/>
                <a:ea typeface="Arial"/>
              </a:rPr>
              <a:t>SKYLINE WAYFINDING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62A4A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6A7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62A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6A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4C9DD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62A4A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62A4A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D8"/>
          </a:solidFill>
          <a:ln xmlns:a="http://schemas.openxmlformats.org/drawingml/2006/main" w="0">
            <a:solidFill>
              <a:srgbClr val="4C9D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6A7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