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76c19bc88584c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37998db8bee2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843fa7e412ad41cd" /><Relationship Type="http://schemas.openxmlformats.org/officeDocument/2006/relationships/chart" Target="/ppt/slides/charts/chart2.xml" Id="R37148c46e3534d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3fa7e412ad41cd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148c46e3534d3a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62A4A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