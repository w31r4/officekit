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a0080d8ea3043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26be3a43029630d_1" /><Relationship Type="http://schemas.openxmlformats.org/officeDocument/2006/relationships/image" Target="/ppt/media/image3.jpg" Id="rIdOfficeKitImaged71bfa074cda59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9ee3aa5202fd02f_1" /><Relationship Type="http://schemas.openxmlformats.org/officeDocument/2006/relationships/image" Target="/ppt/media/image5.jpg" Id="rIdOfficeKitImage083106afebc7d419_1" /><Relationship Type="http://schemas.openxmlformats.org/officeDocument/2006/relationships/chart" Target="/ppt/slides/charts/chart1.xml" Id="Rabb9d5e8662c42c6" /><Relationship Type="http://schemas.openxmlformats.org/officeDocument/2006/relationships/chart" Target="/ppt/slides/charts/chart2.xml" Id="Rc6761d6a3f384a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3ade97fd9ca0fdd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26be3a43029630d_1" /><Relationship Type="http://schemas.openxmlformats.org/officeDocument/2006/relationships/image" Target="/ppt/media/image3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59ee3aa5202fd02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b9d5e8662c42c6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761d6a3f384aaf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3ade97fd9ca0fdd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