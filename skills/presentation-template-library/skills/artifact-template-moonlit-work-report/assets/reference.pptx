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fa42b2ead7449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7d7d39d00e5a7e4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e4bd683f73b7a543_1" /><Relationship Type="http://schemas.openxmlformats.org/officeDocument/2006/relationships/chart" Target="/ppt/slides/charts/chart1.xml" Id="Rcb6814b7f6fb43ac" /><Relationship Type="http://schemas.openxmlformats.org/officeDocument/2006/relationships/chart" Target="/ppt/slides/charts/chart2.xml" Id="Rec7716b500d445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9ee3aa5202fd02f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moonlit-work-report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7d7d39d00e5a7e4_1"/>
          <a:srcRect xmlns:a="http://schemas.openxmlformats.org/drawingml/2006/main" l="0" t="34170" r="0" b="3417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10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1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2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3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5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6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7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8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9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20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2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10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1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6814b7f6fb43ac"/>
          </a:graphicData>
        </a:graphic>
      </p:graphicFrame>
      <p:graphicFrame>
        <p:nvGraphicFramePr>
          <p:cNvPr id="12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7716b500d44531"/>
          </a:graphicData>
        </a:graphic>
      </p:graphicFrame>
      <p:sp>
        <p:nvSpPr>
          <p:cNvPr id="13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5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6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