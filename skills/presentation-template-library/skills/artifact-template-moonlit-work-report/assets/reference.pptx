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f55ff9345ed46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b7d7d39d00e5a7e4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650495d0c3b860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e4bd683f73b7a543_1" /><Relationship Type="http://schemas.openxmlformats.org/officeDocument/2006/relationships/chart" Target="/ppt/slides/charts/chart1.xml" Id="Rd9e8d84f27324285" /><Relationship Type="http://schemas.openxmlformats.org/officeDocument/2006/relationships/chart" Target="/ppt/slides/charts/chart2.xml" Id="Rd957ba775f0c4a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9ee3aa5202fd02f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b7d7d39d00e5a7e4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7650495d0c3b860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e4bd683f73b7a54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e8d84f27324285"/>
          </a:graphicData>
        </a:graphic>
      </p:graphicFrame>
      <p:graphicFrame>
        <p:nvGraphicFramePr>
          <p:cNvPr id="1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57ba775f0c4a80"/>
          </a:graphicData>
        </a:graphic>
      </p:graphicFrame>
      <p:sp>
        <p:nvSpPr>
          <p:cNvPr id="1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