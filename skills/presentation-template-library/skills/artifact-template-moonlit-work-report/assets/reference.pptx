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c603dbbd40044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4bd683f73b7a54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7b73f8fac405495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59ee3aa5202fd02f_1" /><Relationship Type="http://schemas.openxmlformats.org/officeDocument/2006/relationships/chart" Target="/ppt/slides/charts/chart1.xml" Id="Rc5878013a0694dda" /><Relationship Type="http://schemas.openxmlformats.org/officeDocument/2006/relationships/chart" Target="/ppt/slides/charts/chart2.xml" Id="Rc1b4f47367004f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e4bd683f73b7a54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59ee3aa5202fd02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moonlit-work-report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10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1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2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3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5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6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7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8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9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20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2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10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1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878013a0694dda"/>
          </a:graphicData>
        </a:graphic>
      </p:graphicFrame>
      <p:graphicFrame>
        <p:nvGraphicFramePr>
          <p:cNvPr id="12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b4f47367004fa4"/>
          </a:graphicData>
        </a:graphic>
      </p:graphicFrame>
      <p:sp>
        <p:nvSpPr>
          <p:cNvPr id="13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5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6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