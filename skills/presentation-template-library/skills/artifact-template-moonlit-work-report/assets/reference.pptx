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4ef2fb3080142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579b0a87ff097c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30dcb9c6b95953_1" /><Relationship Type="http://schemas.openxmlformats.org/officeDocument/2006/relationships/image" Target="/ppt/media/image3.jpg" Id="rIdOfficeKitImage06e55191024fa458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96cedd8678b85ac_1" /><Relationship Type="http://schemas.openxmlformats.org/officeDocument/2006/relationships/image" Target="/ppt/media/image5.jpg" Id="rIdOfficeKitImage10e4539a68783891_1" /><Relationship Type="http://schemas.openxmlformats.org/officeDocument/2006/relationships/chart" Target="/ppt/slides/charts/chart1.xml" Id="R57b1dfa2c2184e17" /><Relationship Type="http://schemas.openxmlformats.org/officeDocument/2006/relationships/chart" Target="/ppt/slides/charts/chart2.xml" Id="R11aef00e39514d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20fc6993425855c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4df9c6298f17ef7a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8.jpg" Id="rIdOfficeKitImage6a3db1fe43260f32_1" /><Relationship Type="http://schemas.openxmlformats.org/officeDocument/2006/relationships/image" Target="/ppt/media/image9.jpg" Id="rIdOfficeKitImage6785cc6781fd2511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579b0a87ff097c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b1dfa2c2184e17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aef00e39514dfc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0fc6993425855c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4df9c6298f17ef7a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3db1fe43260f3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