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bbf7606463c494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6df3e49f11f0ff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026be3a43029630d_1" /><Relationship Type="http://schemas.openxmlformats.org/officeDocument/2006/relationships/image" Target="/ppt/media/image3.jpg" Id="rIdOfficeKitImaged71bfa074cda59bb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59ee3aa5202fd02f_1" /><Relationship Type="http://schemas.openxmlformats.org/officeDocument/2006/relationships/image" Target="/ppt/media/image5.jpg" Id="rIdOfficeKitImage083106afebc7d419_1" /><Relationship Type="http://schemas.openxmlformats.org/officeDocument/2006/relationships/chart" Target="/ppt/slides/charts/chart1.xml" Id="R270a436d433e4175" /><Relationship Type="http://schemas.openxmlformats.org/officeDocument/2006/relationships/chart" Target="/ppt/slides/charts/chart2.xml" Id="R5c5cab46a44844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6df3e49f11f0ff0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026be3a43029630d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d71bfa074cda59bb_1" /><Relationship Type="http://schemas.openxmlformats.org/officeDocument/2006/relationships/image" Target="/ppt/media/image4.jpg" Id="rIdOfficeKitImage59ee3aa5202fd02f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8B6BE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3959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4E9B74"/>
            </a:solidFill>
            <a:ln w="38100">
              <a:solidFill>
                <a:srgbClr val="4E9B74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56df3e49f11f0ff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D2330"/>
                </a:solidFill>
                <a:latin typeface="Arial"/>
                <a:ea typeface="Arial"/>
              </a:rPr>
              <a:t>Moonlit Work Report: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8B6BE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026be3a4302963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constraint owns the page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Status, cause, owner and date stay together.</a:t>
            </a:r>
            <a:endParaRPr lang="en-US"/>
          </a:p>
        </p:txBody>
      </p:sp>
      <p:sp>
        <p:nvSpPr>
          <p:cNvPr id="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1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2330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2330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6BE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59ee3aa5202fd02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83106afebc7d419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Signal up; exception stays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9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0a436d433e4175"/>
          </a:graphicData>
        </a:graphic>
      </p:graphicFrame>
      <p:graphicFrame>
        <p:nvGraphicFramePr>
          <p:cNvPr id="1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c5cab46a44844ee"/>
          </a:graphicData>
        </a:graphic>
      </p:graphicFrame>
      <p:sp>
        <p:nvSpPr>
          <p:cNvPr id="1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D2330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233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6df3e49f11f0ff0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1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9B74"/>
          </a:solidFill>
          <a:ln xmlns:a="http://schemas.openxmlformats.org/drawingml/2006/main" w="0">
            <a:solidFill>
              <a:srgbClr val="4E9B7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/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D2330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2330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3959C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026be3a4302963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MOONLIT WORK REPORT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2330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2330"/>
                </a:solidFill>
                <a:latin typeface="Arial"/>
                <a:ea typeface="Arial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Name the owner and next date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