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38e200874e148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880900df9510453f" /><Relationship Type="http://schemas.openxmlformats.org/officeDocument/2006/relationships/chart" Target="/ppt/slides/charts/chart2.xml" Id="Re3d4840a9ab94f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508F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4DA8D3"/>
            </a:solidFill>
            <a:ln w="38100">
              <a:solidFill>
                <a:srgbClr val="4DA8D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0900df9510453f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4840a9ab94f73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