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411545f7e584f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9df32179333a9f3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dd32fb5cfa65986_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33b8c33a8fc3d61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6.jpg" Id="rIdOfficeKitImagea86c6dad26830b61_1" /><Relationship Type="http://schemas.openxmlformats.org/officeDocument/2006/relationships/image" Target="/ppt/media/image7.jpg" Id="rIdOfficeKitImage13db13f70d7843cc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8.jpg" Id="rIdOfficeKitImagee4bd683f73b7a543_1" /><Relationship Type="http://schemas.openxmlformats.org/officeDocument/2006/relationships/image" Target="/ppt/media/image9.jpg" Id="rIdOfficeKitImaged3d6b9bbc9872adc_1" /><Relationship Type="http://schemas.openxmlformats.org/officeDocument/2006/relationships/image" Target="/ppt/media/image10.jpg" Id="rIdOfficeKitImage2f5be6b798f5ce32_1" /><Relationship Type="http://schemas.openxmlformats.org/officeDocument/2006/relationships/image" Target="/ppt/media/image11.jpg" Id="rIdOfficeKitImagec237998db8bee20d_1" /><Relationship Type="http://schemas.openxmlformats.org/officeDocument/2006/relationships/image" Target="/ppt/media/image12.jpg" Id="rIdOfficeKitImage083106afebc7d419_1" /><Relationship Type="http://schemas.openxmlformats.org/officeDocument/2006/relationships/image" Target="/ppt/media/image.jpg" Id="rIdOfficeKitImage9df32179333a9f3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dd32fb5cfa65986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33b8c33a8fc3d613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4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2F0EA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2F0EA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2F0EA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4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86c6dad26830b61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0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21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ONE SUBJECT · THREE SIGNALS</a:t>
            </a:r>
            <a:endParaRPr lang="en-US"/>
          </a:p>
        </p:txBody>
      </p:sp>
      <p:sp>
        <p:nvSpPr>
          <p:cNvPr id="22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The image carries the story; the label carries the claim.</a:t>
            </a:r>
            <a:endParaRPr lang="en-US"/>
          </a:p>
        </p:txBody>
      </p:sp>
      <p:sp>
        <p:nvSpPr>
          <p:cNvPr id="24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D53A45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25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qualified response · campaign close</a:t>
            </a:r>
            <a:endParaRPr lang="en-US"/>
          </a:p>
        </p:txBody>
      </p:sp>
      <p:sp>
        <p:nvSpPr>
          <p:cNvPr id="26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next step.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3d6b9bbc9872adc_1"/>
          <a:srcRect xmlns:a="http://schemas.openxmlformats.org/drawingml/2006/main" l="0" t="31962" r="0" b="319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f5be6b798f5ce32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32336" r="0" b="3233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3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25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6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five ways to notice it.</a:t>
            </a:r>
            <a:endParaRPr lang="en-US"/>
          </a:p>
        </p:txBody>
      </p:sp>
      <p:sp>
        <p:nvSpPr>
          <p:cNvPr id="27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mood; labels carry the claim.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8fbc298f8d1b7a3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