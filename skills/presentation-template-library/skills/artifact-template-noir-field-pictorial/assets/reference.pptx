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f0702a125484f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5c00489db854fa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a68aebf613832e5f_1" /><Relationship Type="http://schemas.openxmlformats.org/officeDocument/2006/relationships/image" Target="/ppt/media/image3.jpg" Id="rIdOfficeKitImagee231e9493e535fbe_1" /><Relationship Type="http://schemas.openxmlformats.org/officeDocument/2006/relationships/image" Target="/ppt/media/image4.jpg" Id="rIdOfficeKitImageb5a7d66fe0ba8bb7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84ff976f39aab728_1" /><Relationship Type="http://schemas.openxmlformats.org/officeDocument/2006/relationships/image" Target="/ppt/media/image6.jpg" Id="rIdOfficeKitImagefdea69a11126d29b_1" /><Relationship Type="http://schemas.openxmlformats.org/officeDocument/2006/relationships/image" Target="/ppt/media/image7.jpg" Id="rIdOfficeKitImagedf986129197cef3b_1" /><Relationship Type="http://schemas.openxmlformats.org/officeDocument/2006/relationships/image" Target="/ppt/media/image8.jpg" Id="rIdOfficeKitImage6a3db1fe43260f32_1" /><Relationship Type="http://schemas.openxmlformats.org/officeDocument/2006/relationships/image" Target="/ppt/media/image9.jpg" Id="rIdOfficeKitImagef4419f659ab3f590_1" /><Relationship Type="http://schemas.openxmlformats.org/officeDocument/2006/relationships/image" Target="/ppt/media/image10.jpg" Id="rIdOfficeKitImagee307d6c31b3d1e07_1" /><Relationship Type="http://schemas.openxmlformats.org/officeDocument/2006/relationships/image" Target="/ppt/media/image11.jpg" Id="rIdOfficeKitImagecb4e39f1eccfa545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10e4539a68783891_1" /><Relationship Type="http://schemas.openxmlformats.org/officeDocument/2006/relationships/image" Target="/ppt/media/image.jpg" Id="rIdOfficeKitImagea5c00489db854fa2_1" /><Relationship Type="http://schemas.openxmlformats.org/officeDocument/2006/relationships/image" Target="/ppt/media/image2.jpg" Id="rIdOfficeKitImagea68aebf613832e5f_1" /><Relationship Type="http://schemas.openxmlformats.org/officeDocument/2006/relationships/image" Target="/ppt/media/image3.jpg" Id="rIdOfficeKitImagee231e9493e535fbe_1" /><Relationship Type="http://schemas.openxmlformats.org/officeDocument/2006/relationships/image" Target="/ppt/media/image4.jpg" Id="rIdOfficeKitImageb5a7d66fe0ba8bb7_1" /><Relationship Type="http://schemas.openxmlformats.org/officeDocument/2006/relationships/image" Target="/ppt/media/image5.jpg" Id="rIdOfficeKitImage84ff976f39aab728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fdea69a11126d29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df986129197cef3b_1" /><Relationship Type="http://schemas.openxmlformats.org/officeDocument/2006/relationships/image" Target="/ppt/media/image8.jpg" Id="rIdOfficeKitImage6a3db1fe43260f32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a5c00489db854fa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4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2F0EA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2F0EA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2F0EA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2F0EA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2F0EA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a68aebf613832e5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0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1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2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3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5a7d66fe0ba8bb7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4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84ff976f39aab72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0" name="evidence-matrix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0757" r="0" b="307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66800" y="3333750"/>
            <a:ext cx="3619500" cy="2476500"/>
          </a:xfrm>
          <a:prstGeom xmlns:a="http://schemas.openxmlformats.org/drawingml/2006/main" prst="rect">
            <a:avLst/>
          </a:prstGeom>
        </p:spPr>
      </p:pic>
      <p:pic>
        <p:nvPicPr>
          <p:cNvPr id="21" name="evidence-matrix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3db1fe43260f32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2" name="evidence-matrix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4419f659ab3f590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3" name="evidence-matrix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307d6c31b3d1e07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4820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4" name="evidence-matrix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b4e39f1eccfa545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4648200"/>
            <a:ext cx="1809750" cy="1162050"/>
          </a:xfrm>
          <a:prstGeom xmlns:a="http://schemas.openxmlformats.org/drawingml/2006/main" prst="rect">
            <a:avLst/>
          </a:prstGeom>
        </p:spPr>
      </p:pic>
      <p:sp>
        <p:nvSpPr>
          <p:cNvPr id="25" name="matrix-label"/>
          <p:cNvSpPr txBox="1"/>
          <p:nvPr/>
        </p:nvSpPr>
        <p:spPr>
          <a:xfrm xmlns:a="http://schemas.openxmlformats.org/drawingml/2006/main">
            <a:off x="9620250" y="3429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EVIDENCE</a:t>
            </a:r>
            <a:endParaRPr lang="en-US"/>
          </a:p>
        </p:txBody>
      </p:sp>
      <p:sp>
        <p:nvSpPr>
          <p:cNvPr id="26" name="matrix-title"/>
          <p:cNvSpPr txBox="1"/>
          <p:nvPr/>
        </p:nvSpPr>
        <p:spPr>
          <a:xfrm xmlns:a="http://schemas.openxmlformats.org/drawingml/2006/main">
            <a:off x="9620250" y="394335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F2F0EA"/>
                </a:solidFill>
                <a:latin typeface="Inter"/>
                <a:ea typeface="Inter"/>
              </a:rPr>
              <a:t>The same subject can carry several proofs.</a:t>
            </a:r>
            <a:endParaRPr lang="en-US"/>
          </a:p>
        </p:txBody>
      </p:sp>
      <p:sp>
        <p:nvSpPr>
          <p:cNvPr id="27" name="matrix-body"/>
          <p:cNvSpPr txBox="1"/>
          <p:nvPr/>
        </p:nvSpPr>
        <p:spPr>
          <a:xfrm xmlns:a="http://schemas.openxmlformats.org/drawingml/2006/main">
            <a:off x="9620250" y="50482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D7D7B"/>
                </a:solidFill>
                <a:latin typeface="Inter"/>
                <a:ea typeface="Inter"/>
              </a:rPr>
              <a:t>Use a dominant frame for context and smaller crops for comparable detail. Every image needs a role, source, and readable caption.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5c00489db854fa2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3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5a7d66fe0ba8bb7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4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25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6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five ways to notice it.</a:t>
            </a:r>
            <a:endParaRPr lang="en-US"/>
          </a:p>
        </p:txBody>
      </p:sp>
      <p:sp>
        <p:nvSpPr>
          <p:cNvPr id="27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mood; labels carry the claim.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fdea69a11126d29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df986129197cef3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3db1fe43260f32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2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