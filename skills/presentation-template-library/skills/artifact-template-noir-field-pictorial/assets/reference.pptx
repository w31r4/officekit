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ccedb54eac249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790b68b5d8fcd9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31956823b229fb66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9ee3aa5202fd02f_1" /><Relationship Type="http://schemas.openxmlformats.org/officeDocument/2006/relationships/image" Target="/ppt/media/image5.jpg" Id="rIdOfficeKitImageaeb6f74d36d260d0_1" /><Relationship Type="http://schemas.openxmlformats.org/officeDocument/2006/relationships/image" Target="/ppt/media/image6.jpg" Id="rIdOfficeKitImage13db13f70d7843cc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aeb6f74d36d260d0_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84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37998db8bee20d_1"/>
          <a:srcRect xmlns:a="http://schemas.openxmlformats.org/drawingml/2006/main" l="0" t="34170" r="0" b="3417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5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37998db8bee20d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6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9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20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1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2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3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4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237998db8bee20d_1"/>
          <a:srcRect xmlns:a="http://schemas.openxmlformats.org/drawingml/2006/main" l="0" t="31908" r="0" b="3190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5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5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6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9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20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1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9320" r="0" b="393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22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ONE SUBJECT · THREE SIGNALS</a:t>
            </a:r>
            <a:endParaRPr lang="en-US"/>
          </a:p>
        </p:txBody>
      </p:sp>
      <p:sp>
        <p:nvSpPr>
          <p:cNvPr id="23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The image carries the story; the label carries the claim.</a:t>
            </a:r>
            <a:endParaRPr lang="en-US"/>
          </a:p>
        </p:txBody>
      </p:sp>
      <p:sp>
        <p:nvSpPr>
          <p:cNvPr id="25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D53A45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26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qualified response · campaign close</a:t>
            </a:r>
            <a:endParaRPr lang="en-US"/>
          </a:p>
        </p:txBody>
      </p:sp>
      <p:sp>
        <p:nvSpPr>
          <p:cNvPr id="27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29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28365" r="0" b="2836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2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three ways to notice it.</a:t>
            </a:r>
            <a:endParaRPr lang="en-US"/>
          </a:p>
        </p:txBody>
      </p:sp>
      <p:sp>
        <p:nvSpPr>
          <p:cNvPr id="2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D7D7B"/>
                </a:solidFill>
                <a:latin typeface="Inter"/>
                <a:ea typeface="Inter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2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5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6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9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20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1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4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5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6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8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9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2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3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5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6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