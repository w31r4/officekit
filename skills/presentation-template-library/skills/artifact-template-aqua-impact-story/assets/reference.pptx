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6f729df119341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3db13f70d7843cc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790b68b5d8fcd9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dfd2b255d58543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c7b73f8fac405495_1" /><Relationship Type="http://schemas.openxmlformats.org/officeDocument/2006/relationships/image" Target="/ppt/media/image4.jpg" Id="rIdOfficeKitImage59ee3aa5202fd02f_1" /><Relationship Type="http://schemas.openxmlformats.org/officeDocument/2006/relationships/image" Target="/ppt/media/image5.jpg" Id="rIdOfficeKitImageaeb6f74d36d260d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8943eb25121c44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over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>
              <a:alpha val="84000"/>
            </a:srgbClr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d2b255d58543ec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28354" r="0" b="2835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43eb25121c44b1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