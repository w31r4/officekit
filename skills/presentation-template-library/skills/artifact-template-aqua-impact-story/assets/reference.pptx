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32b285e485a4d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bdd32fb5cfa65986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7b73f8fac405495_1" /><Relationship Type="http://schemas.openxmlformats.org/officeDocument/2006/relationships/image" Target="/ppt/media/image3.jpg" Id="rIdOfficeKitImage026be3a43029630d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092dd3ee80187530_1" /><Relationship Type="http://schemas.openxmlformats.org/officeDocument/2006/relationships/chart" Target="/ppt/slides/charts/chart1.xml" Id="Rb985bea6b34540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7790b68b5d8fcd92_1" /><Relationship Type="http://schemas.openxmlformats.org/officeDocument/2006/relationships/image" Target="/ppt/media/image.jpg" Id="rIdOfficeKitImagebdd32fb5cfa65986_1" /><Relationship Type="http://schemas.openxmlformats.org/officeDocument/2006/relationships/image" Target="/ppt/media/image2.jpg" Id="rIdOfficeKitImagec7b73f8fac405495_1" /><Relationship Type="http://schemas.openxmlformats.org/officeDocument/2006/relationships/image" Target="/ppt/media/image3.jpg" Id="rIdOfficeKitImage026be3a43029630d_1" /><Relationship Type="http://schemas.openxmlformats.org/officeDocument/2006/relationships/image" Target="/ppt/media/image4.jpg" Id="rIdOfficeKitImage092dd3ee80187530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7790b68b5d8fcd92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bdd32fb5cfa65986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0B8EA3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B9D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bdd32fb5cfa6598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150">
              <a:alpha val="84000"/>
            </a:srgbClr>
          </a:solidFill>
          <a:ln xmlns:a="http://schemas.openxmlformats.org/drawingml/2006/main" w="0">
            <a:solidFill>
              <a:srgbClr val="1D415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Arial"/>
                <a:ea typeface="Arial"/>
              </a:rPr>
              <a:t>Aqua Impact Story: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Arial"/>
                <a:ea typeface="Arial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c7b73f8fac40549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D4150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4150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0B8EA3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092dd3ee80187530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985bea6b345408c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0B8EA3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4150"/>
                </a:solidFill>
                <a:latin typeface="Arial"/>
                <a:ea typeface="Arial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D4150"/>
                </a:solidFill>
                <a:latin typeface="Arial"/>
                <a:ea typeface="Arial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D4150"/>
                </a:solidFill>
                <a:latin typeface="Arial"/>
                <a:ea typeface="Arial"/>
              </a:rPr>
              <a:t>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415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/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dd32fb5cfa65986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2338" r="0" b="3233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1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26be3a43029630d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12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092dd3ee80187530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13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4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4150"/>
                </a:solidFill>
                <a:latin typeface="Arial"/>
                <a:ea typeface="Arial"/>
              </a:rPr>
              <a:t>One subject, five ways to notice it.</a:t>
            </a:r>
            <a:endParaRPr lang="en-US"/>
          </a:p>
        </p:txBody>
      </p:sp>
      <p:sp>
        <p:nvSpPr>
          <p:cNvPr id="15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8C9B9D"/>
                </a:solidFill>
                <a:latin typeface="Arial"/>
                <a:ea typeface="Arial"/>
              </a:rPr>
              <a:t>mood; labels carry the claim.</a:t>
            </a:r>
            <a:endParaRPr lang="en-US"/>
          </a:p>
        </p:txBody>
      </p:sp>
      <p:sp>
        <p:nvSpPr>
          <p:cNvPr id="1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7790b68b5d8fcd9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88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D4150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D4150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bdd32fb5cfa65986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EFE4">
              <a:alpha val="96000"/>
            </a:srgbClr>
          </a:solidFill>
          <a:ln xmlns:a="http://schemas.openxmlformats.org/drawingml/2006/main" w="0">
            <a:solidFill>
              <a:srgbClr val="F3EFE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AQUA IMPACT STORY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0B8EA3"/>
                </a:solidFill>
                <a:latin typeface="Arial"/>
                <a:ea typeface="Arial"/>
              </a:rPr>
              <a:t>AQUA IMPACT STORY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D4150"/>
                </a:solidFill>
                <a:latin typeface="Arial"/>
                <a:ea typeface="Arial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B9D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415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B9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0B8EA3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4150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4150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B8EA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0B8EA3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D4150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B9D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B9D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