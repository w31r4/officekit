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5a316c425524e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790b68b5d8fcd9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0af9434a2cf44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aeb6f74d36d260d0_1" /><Relationship Type="http://schemas.openxmlformats.org/officeDocument/2006/relationships/image" Target="/ppt/media/image4.jpg" Id="rIdOfficeKitImage13db13f70d7843cc_1" /><Relationship Type="http://schemas.openxmlformats.org/officeDocument/2006/relationships/image" Target="/ppt/media/image.jpg" Id="rIdOfficeKitImage7790b68b5d8fcd9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6403c0435e184c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af9434a2cf441a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03c0435e184c4c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