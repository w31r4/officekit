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31bcd4ec369463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33b8c33a8fc3d613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31956823b229fb66_1" /><Relationship Type="http://schemas.openxmlformats.org/officeDocument/2006/relationships/image" Target="/ppt/media/image3.jpg" Id="rIdOfficeKitImagec7b73f8fac405495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59ee3aa5202fd02f_1" /><Relationship Type="http://schemas.openxmlformats.org/officeDocument/2006/relationships/chart" Target="/ppt/slides/charts/chart1.xml" Id="Rd6074b17c6ca479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aeb6f74d36d260d0_1" /><Relationship Type="http://schemas.openxmlformats.org/officeDocument/2006/relationships/image" Target="/ppt/media/image6.jpg" Id="rIdOfficeKitImage13db13f70d7843cc_1" /><Relationship Type="http://schemas.openxmlformats.org/officeDocument/2006/relationships/image" Target="/ppt/media/image7.jpg" Id="rIdOfficeKitImage7790b68b5d8fcd92_1" /><Relationship Type="http://schemas.openxmlformats.org/officeDocument/2006/relationships/image" Target="/ppt/media/image8.jpg" Id="rIdOfficeKitImagec237998db8bee20d_1" /><Relationship Type="http://schemas.openxmlformats.org/officeDocument/2006/relationships/image" Target="/ppt/media/image9.jpg" Id="rIdOfficeKitImaged71bfa074cda59bb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0.jpg" Id="rIdOfficeKitImage8fbc298f8d1b7a3c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1.jpg" Id="rIdOfficeKitImage6af8c9b5dff6e3a3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0B8EA3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C9B9D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33b8c33a8fc3d61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150">
              <a:alpha val="84000"/>
            </a:srgbClr>
          </a:solidFill>
          <a:ln xmlns:a="http://schemas.openxmlformats.org/drawingml/2006/main" w="0">
            <a:solidFill>
              <a:srgbClr val="1D415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Arial"/>
                <a:ea typeface="Arial"/>
              </a:rPr>
              <a:t>Aqua Impact Story: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Arial"/>
                <a:ea typeface="Arial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31956823b229fb66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>
              <a:alpha val="96000"/>
            </a:srgbClr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The proposition is the page's visual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center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9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D4150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10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D4150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1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7b73f8fac405495_1"/>
          <a:srcRect xmlns:a="http://schemas.openxmlformats.org/drawingml/2006/main" l="0" t="31910" r="0" b="3191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2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0B8EA3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59ee3aa5202fd02f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>
              <a:alpha val="96000"/>
            </a:srgbClr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The signal grows when the invitation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stays measurable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6074b17c6ca4791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0B8EA3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qualified response · campaign close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4150"/>
                </a:solidFill>
                <a:latin typeface="Arial"/>
                <a:ea typeface="Arial"/>
              </a:rPr>
              <a:t>Reach is useful only when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D4150"/>
                </a:solidFill>
                <a:latin typeface="Arial"/>
                <a:ea typeface="Arial"/>
              </a:rPr>
              <a:t>audience can see and take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D4150"/>
                </a:solidFill>
                <a:latin typeface="Arial"/>
                <a:ea typeface="Arial"/>
              </a:rPr>
              <a:t>next step.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D4150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/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8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eb6f74d36d260d0_1"/>
          <a:srcRect xmlns:a="http://schemas.openxmlformats.org/drawingml/2006/main" l="0" t="31971" r="0" b="319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9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13db13f70d7843cc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790b68b5d8fcd92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1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237998db8bee20d_1"/>
          <a:srcRect xmlns:a="http://schemas.openxmlformats.org/drawingml/2006/main" l="0" t="32336" r="0" b="3233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2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71bfa074cda59bb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13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IMAGE MATRIX</a:t>
            </a:r>
            <a:endParaRPr lang="en-US"/>
          </a:p>
        </p:txBody>
      </p:sp>
      <p:sp>
        <p:nvSpPr>
          <p:cNvPr id="14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D4150"/>
                </a:solidFill>
                <a:latin typeface="Arial"/>
                <a:ea typeface="Arial"/>
              </a:rPr>
              <a:t>One subject, five ways to notice it.</a:t>
            </a:r>
            <a:endParaRPr lang="en-US"/>
          </a:p>
        </p:txBody>
      </p:sp>
      <p:sp>
        <p:nvSpPr>
          <p:cNvPr id="15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B9D"/>
                </a:solidFill>
                <a:latin typeface="Arial"/>
                <a:ea typeface="Arial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8C9B9D"/>
                </a:solidFill>
                <a:latin typeface="Arial"/>
                <a:ea typeface="Arial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8C9B9D"/>
                </a:solidFill>
                <a:latin typeface="Arial"/>
                <a:ea typeface="Arial"/>
              </a:rPr>
              <a:t>mood; labels carry the claim.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8fbc298f8d1b7a3c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>
              <a:alpha val="88000"/>
            </a:srgbClr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D4150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D4150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6af8c9b5dff6e3a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>
              <a:alpha val="96000"/>
            </a:srgbClr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Turn the shared invitation into an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action plan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B8EA3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4150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415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4150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B8EA3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4150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20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D4150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B9D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