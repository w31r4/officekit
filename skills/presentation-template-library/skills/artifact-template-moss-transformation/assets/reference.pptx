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2632bdba9e54c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9d4d772e7f848dd" /><Relationship Type="http://schemas.openxmlformats.org/officeDocument/2006/relationships/chart" Target="/ppt/slides/charts/chart2.xml" Id="R4ef8474ad11b4f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fbeb4767a05d4104" /><Relationship Type="http://schemas.openxmlformats.org/officeDocument/2006/relationships/chart" Target="/ppt/slides/charts/chart4.xml" Id="Rfca3278297bb44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58B88B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3888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A5E26D"/>
            </a:solidFill>
            <a:ln w="38100">
              <a:solidFill>
                <a:srgbClr val="A5E26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58B88B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A5E26D"/>
            </a:solidFill>
            <a:ln w="38100">
              <a:solidFill>
                <a:srgbClr val="A5E26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EEF4EE"/>
                </a:solidFill>
                <a:latin typeface="Arial"/>
                <a:ea typeface="Arial"/>
              </a:rPr>
              <a:t>Moss Transformation: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58B88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EF4E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EEF4E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EEF4E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58B88B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2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8884"/>
          </a:solidFill>
          <a:ln xmlns:a="http://schemas.openxmlformats.org/drawingml/2006/main" w="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8884"/>
          </a:solidFill>
          <a:ln xmlns:a="http://schemas.openxmlformats.org/drawingml/2006/main" w="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3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202124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202124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d4d772e7f848dd"/>
          </a:graphicData>
        </a:graphic>
      </p:graphicFrame>
      <p:graphicFrame>
        <p:nvGraphicFramePr>
          <p:cNvPr id="2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f8474ad11b4f3d"/>
          </a:graphicData>
        </a:graphic>
      </p:graphicFrame>
      <p:sp>
        <p:nvSpPr>
          <p:cNvPr id="2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58B88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EEF4E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3888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EF4E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2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2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2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3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3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EEF4E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3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eb4767a05d4104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a3278297bb446f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EEF4EE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38884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EF4E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