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5cf52eaac74a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4469bbb98564be2" /><Relationship Type="http://schemas.openxmlformats.org/officeDocument/2006/relationships/chart" Target="/ppt/slides/charts/chart2.xml" Id="Rd6ba51275ad843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d2ac5d7460184093" /><Relationship Type="http://schemas.openxmlformats.org/officeDocument/2006/relationships/chart" Target="/ppt/slides/charts/chart4.xml" Id="Ra25bda860fc04d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38884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58B88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A5E26D"/>
            </a:solidFill>
            <a:ln w="38100">
              <a:solidFill>
                <a:srgbClr val="A5E26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EEF4EE"/>
                </a:solidFill>
                <a:latin typeface="Arial"/>
                <a:ea typeface="Arial"/>
              </a:rPr>
              <a:t>Moss Transformation: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58B88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EEF4E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EEF4E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2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3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202124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2124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469bbb98564be2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ba51275ad843c2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EEF4E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EF4E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2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2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2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3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3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3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ac5d7460184093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5bda860fc04d00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