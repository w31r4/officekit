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8398661eed044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92dd3ee8018753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6af8c9b5dff6e3a3_1" /><Relationship Type="http://schemas.openxmlformats.org/officeDocument/2006/relationships/chart" Target="/ppt/slides/charts/chart1.xml" Id="R14a5cadfdc2947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6df3e49f11f0ff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c2e9a9d799668dd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method keeps mechanism separate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result clears the rule;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a5cadfdc29479d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The observed lift is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compatible with the registered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mechanism, not proof of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c2e9a9d799668dd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A cleared gate is a decision, not a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