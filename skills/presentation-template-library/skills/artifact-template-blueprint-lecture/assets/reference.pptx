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2850898322642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8fbc298f8d1b7a3c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45ba195e2a5649fb_1" /><Relationship Type="http://schemas.openxmlformats.org/officeDocument/2006/relationships/chart" Target="/ppt/slides/charts/chart1.xml" Id="R909b0a2d2c5c4a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d71bfa074cda59b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1769D2"/>
            </a:solidFill>
            <a:ln w="50800">
              <a:solidFill>
                <a:srgbClr val="1769D2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A969F"/>
            </a:solidFill>
            <a:ln w="38100">
              <a:solidFill>
                <a:srgbClr val="8A969F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8bca39c9b7ba070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32A3A"/>
                </a:solidFill>
                <a:latin typeface="Inter"/>
                <a:ea typeface="Inter"/>
              </a:rPr>
              <a:t>Blueprint Lecture: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769D2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8fbc298f8d1b7a3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769D2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A969F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45ba195e2a5649f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9b0a2d2c5c4a6a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769D2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32A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32A3A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32A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32A3A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8bca39c9b7ba070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