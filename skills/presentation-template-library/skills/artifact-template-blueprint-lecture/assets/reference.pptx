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a0bff4b940040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e9a9d799668dd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092dd3ee80187530_1" /><Relationship Type="http://schemas.openxmlformats.org/officeDocument/2006/relationships/chart" Target="/ppt/slides/charts/chart1.xml" Id="Radc1bc293dc04c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6af8c9b5dff6e3a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2e9a9d799668dd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method keeps mechanism separate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result clears the rule;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c1bc293dc04c8b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The observed lift is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compatible with the registered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mechanism, not proof of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A cleared gate is a decision, not a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