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c7fb8412de54b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bca39c9b7ba070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e64cdb3bd0be49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1769D2"/>
            </a:solidFill>
            <a:ln w="50800">
              <a:solidFill>
                <a:srgbClr val="1769D2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A969F"/>
            </a:solidFill>
            <a:ln w="38100">
              <a:solidFill>
                <a:srgbClr val="8A969F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blueprint-lecture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bca39c9b7ba070f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32A3A"/>
                </a:solidFill>
                <a:latin typeface="Inter"/>
                <a:ea typeface="Inter"/>
              </a:rPr>
              <a:t>Blueprint Lecture: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769D2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769D2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A969F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64cdb3bd0be4918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769D2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The observed lift is compatible with the registered mechanism, not proof of generalization.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32A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32A3A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32A3A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32A3A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A969F"/>
                </a:solidFill>
                <a:latin typeface="Inter"/>
                <a:ea typeface="Inter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32A3A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