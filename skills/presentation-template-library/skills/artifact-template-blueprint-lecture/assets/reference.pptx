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06f9207ba1543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579b0a87ff097c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56ecbe4d29b219f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260725ec97288f31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e425a7c66b022d4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1b6b179a3c4fe9dd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579b0a87ff097c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e56ecbe4d29b219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method keeps mechanism separate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260725ec97288f3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result clears the rule;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EVOLUTION / TRANSITION</a:t>
            </a:r>
            <a:endParaRPr lang="en-US"/>
          </a:p>
        </p:txBody>
      </p:sp>
      <p:sp>
        <p:nvSpPr>
          <p:cNvPr id="1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254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2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05</a:t>
            </a:r>
            <a:endParaRPr lang="en-US"/>
          </a:p>
        </p:txBody>
      </p:sp>
      <p:sp>
        <p:nvSpPr>
          <p:cNvPr id="2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3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Repeat what held</a:t>
            </a:r>
            <a:endParaRPr lang="en-US"/>
          </a:p>
        </p:txBody>
      </p:sp>
      <p:sp>
        <p:nvSpPr>
          <p:cNvPr id="3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32A3A"/>
                </a:solidFill>
                <a:latin typeface="Inter"/>
                <a:ea typeface="Inter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5e425a7c66b022d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1b6b179a3c4fe9d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A cleared gate is a decision, not a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