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a5d45b81504b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5ba195e2a5649f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59ee3aa5202fd02f_1" /><Relationship Type="http://schemas.openxmlformats.org/officeDocument/2006/relationships/chart" Target="/ppt/slides/charts/chart1.xml" Id="R133bb7c8f99c4a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2930549abca3ae0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45ba195e2a5649f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aeb6f74d36d260d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3bb7c8f99c4ad0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The observed lift is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compatible with the registered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mechanism, not proof of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