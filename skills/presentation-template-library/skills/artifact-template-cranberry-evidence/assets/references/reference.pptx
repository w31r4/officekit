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d30de8a35aa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8fbc298f8d1b7a3c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5636d181b3804efd" /><Relationship Type="http://schemas.openxmlformats.org/officeDocument/2006/relationships/chart" Target="/ppt/slides/charts/chart2.xml" Id="Re66c468bd4e2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8E244D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59294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6550A5"/>
            </a:solidFill>
            <a:ln w="38100">
              <a:solidFill>
                <a:srgbClr val="6550A5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8fbc298f8d1b7a3c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31C21"/>
                </a:solidFill>
                <a:latin typeface="Inter"/>
                <a:ea typeface="Inter"/>
              </a:rPr>
              <a:t>Cranberry Evidence: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8E244D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1C21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1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2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5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6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9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0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2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8E244D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3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59294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36d181b3804efd"/>
          </a:graphicData>
        </a:graphic>
      </p:graphicFrame>
      <p:graphicFrame>
        <p:nvGraphicFramePr>
          <p:cNvPr id="9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6c468bd4e247c8"/>
          </a:graphicData>
        </a:graphic>
      </p:graphicFrame>
      <p:sp>
        <p:nvSpPr>
          <p:cNvPr id="10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E244D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12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231C21"/>
                </a:solidFill>
                <a:latin typeface="Inter"/>
                <a:ea typeface="Inter"/>
              </a:rPr>
              <a:t>The pattern is bounded by the method.</a:t>
            </a:r>
            <a:endParaRPr lang="en-US"/>
          </a:p>
        </p:txBody>
      </p:sp>
      <p:sp>
        <p:nvSpPr>
          <p:cNvPr id="13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59294"/>
                </a:solidFill>
                <a:latin typeface="Inter"/>
                <a:ea typeface="Inter"/>
              </a:rPr>
              <a:t>Read the curve, then check the sample and limitation.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31C21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8E244D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31C21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59294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31C21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1C2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31C21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59294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244D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31C21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59294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RANBERRY EVIDENCE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E244D"/>
                </a:solidFill>
                <a:latin typeface="Inter"/>
                <a:ea typeface="Inter"/>
              </a:rPr>
              <a:t>CRANBERRY EVIDENCE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31C21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59294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E244D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1C21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592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E244D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31C21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31C21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4D"/>
          </a:solidFill>
          <a:ln xmlns:a="http://schemas.openxmlformats.org/drawingml/2006/main" w="0">
            <a:solidFill>
              <a:srgbClr val="8E244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59294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