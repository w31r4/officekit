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6f904a8125b4d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c5eac058b5ce4626" /><Relationship Type="http://schemas.openxmlformats.org/officeDocument/2006/relationships/chart" Target="/ppt/slides/charts/chart2.xml" Id="Rd86a948a4c704b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E244D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592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6550A5"/>
            </a:solidFill>
            <a:ln w="38100">
              <a:solidFill>
                <a:srgbClr val="6550A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ranberry-evidence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31C21"/>
                </a:solidFill>
                <a:latin typeface="Inter"/>
                <a:ea typeface="Inter"/>
              </a:rPr>
              <a:t>Cranberry Evidence: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E244D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8E244D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eac058b5ce4626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6a948a4c704b06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31C21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31C21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31C21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31C21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31C21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