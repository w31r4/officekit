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cfacc33b39f42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fbc298f8d1b7a3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3ad5daa886b4d60" /><Relationship Type="http://schemas.openxmlformats.org/officeDocument/2006/relationships/chart" Target="/ppt/slides/charts/chart2.xml" Id="R80fb872e37df48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E244D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592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6550A5"/>
            </a:solidFill>
            <a:ln w="38100">
              <a:solidFill>
                <a:srgbClr val="6550A5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ranberry-evidence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31C21"/>
                </a:solidFill>
                <a:latin typeface="Inter"/>
                <a:ea typeface="Inter"/>
              </a:rPr>
              <a:t>Cranberry Evidence: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E244D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1C21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8E244D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ad5daa886b4d60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fb872e37df4808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E244D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31C21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31C21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8E244D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231C21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59294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31C21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231C2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31C21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59294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244D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31C21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59294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RANBERRY EVIDENC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E244D"/>
                </a:solidFill>
                <a:latin typeface="Inter"/>
                <a:ea typeface="Inter"/>
              </a:rPr>
              <a:t>CRANBERRY EVIDENCE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31C21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59294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E244D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1C21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592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E244D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31C21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31C21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244D"/>
          </a:solidFill>
          <a:ln xmlns:a="http://schemas.openxmlformats.org/drawingml/2006/main" w="0">
            <a:solidFill>
              <a:srgbClr val="8E244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59294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