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1af5c4c9de944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92dd3ee8018753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725a217bd36247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83106afebc7d419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C9ED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DA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5a217bd3624738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C9ED0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324B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