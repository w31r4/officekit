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4b900a8cbe44b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92dd3ee8018753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2a5210c436ee4e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83106afebc7d419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C9ED0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09DA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324B"/>
                </a:solidFill>
                <a:latin typeface="Arial"/>
                <a:ea typeface="Arial"/>
              </a:rPr>
              <a:t>Coastal Analysis: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0C9ED0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24B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7324B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0C9ED0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5210c436ee4ee8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C9ED0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decision confidence · current case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The next question is which lever moves the constraint, not whether the signal exists.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24B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324B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83106afebc7d419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7324B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324B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24B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