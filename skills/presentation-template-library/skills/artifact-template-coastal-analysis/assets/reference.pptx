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41dc4a0018442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67e5ed3171a646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C9ED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DA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oastal-analysi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24B"/>
                </a:solidFill>
                <a:latin typeface="Arial"/>
                <a:ea typeface="Arial"/>
              </a:rPr>
              <a:t>Coastal Analysis: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0C9ED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7324B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e5ed3171a6467f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C9ED0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24B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24B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DA9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