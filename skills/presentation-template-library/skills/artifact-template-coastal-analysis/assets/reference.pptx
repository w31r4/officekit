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01e7c1e92fa40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4bd683f73b7a54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33b8f115cd814d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C9ED0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09DA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coastal-analysis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24B"/>
                </a:solidFill>
                <a:latin typeface="Arial"/>
                <a:ea typeface="Arial"/>
              </a:rPr>
              <a:t>Coastal Analysis: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0C9ED0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24B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7324B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0C9ED0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b8f115cd814d30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C9ED0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decision confidence · current case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The next question is which lever moves the constraint, not whether the signal exists.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24B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24B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0C9ED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24B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24B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DA9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