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22daf4cd1254f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ff1582c14d42a1a7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5e3d77e43ad41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C9ED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09DA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oastal-analysis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324B"/>
                </a:solidFill>
                <a:latin typeface="Arial"/>
                <a:ea typeface="Arial"/>
              </a:rPr>
              <a:t>Coastal Analysis: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0C9ED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7324B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0C9ED0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9DA9"/>
          </a:solidFill>
          <a:ln xmlns:a="http://schemas.openxmlformats.org/drawingml/2006/main" w="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7324B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e3d77e43ad41f7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C9ED0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24B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0C9ED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324B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909DA9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324B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7324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24B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09DA9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C9ED0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24B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09DA9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ASTAL ANALYSI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C9ED0"/>
                </a:solidFill>
                <a:latin typeface="Arial"/>
                <a:ea typeface="Arial"/>
              </a:rPr>
              <a:t>COASTAL ANALYSIS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24B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09DA9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324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09DA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C9ED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24B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324B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9ED0"/>
          </a:solidFill>
          <a:ln xmlns:a="http://schemas.openxmlformats.org/drawingml/2006/main" w="0">
            <a:solidFill>
              <a:srgbClr val="0C9ED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09DA9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