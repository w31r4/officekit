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6e86def808d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ff1582c14d42a1a7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f5743cd2879f4c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0C9ED0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09DA9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ff1582c14d42a1a7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7324B"/>
                </a:solidFill>
                <a:latin typeface="Arial"/>
                <a:ea typeface="Arial"/>
              </a:rPr>
              <a:t>Coastal Analysis: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0C9ED0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324B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9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324B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10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12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17324B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13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0C9ED0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14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15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7324B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18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19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9DA9"/>
          </a:solidFill>
          <a:ln xmlns:a="http://schemas.openxmlformats.org/drawingml/2006/main" w="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7324B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22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23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9DA9"/>
          </a:solidFill>
          <a:ln xmlns:a="http://schemas.openxmlformats.org/drawingml/2006/main" w="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7324B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26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28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29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30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743cd2879f4caa"/>
          </a:graphicData>
        </a:graphic>
      </p:graphicFrame>
      <p:sp>
        <p:nvSpPr>
          <p:cNvPr id="9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0C9ED0"/>
                </a:solidFill>
                <a:latin typeface="Arial"/>
                <a:ea typeface="Arial"/>
              </a:rPr>
              <a:t>68</a:t>
            </a:r>
            <a:endParaRPr lang="en-US"/>
          </a:p>
        </p:txBody>
      </p:sp>
      <p:sp>
        <p:nvSpPr>
          <p:cNvPr id="10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decision confidence · current case</a:t>
            </a:r>
            <a:endParaRPr lang="en-US"/>
          </a:p>
        </p:txBody>
      </p:sp>
      <p:sp>
        <p:nvSpPr>
          <p:cNvPr id="11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The next question is which lever moves the constraint, not whether the signal exists.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324B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0C9ED0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324B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DA9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324B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0C9ED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0C9ED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2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0C9ED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324B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DA9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C9ED0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324B"/>
                </a:solidFill>
                <a:latin typeface="Arial"/>
                <a:ea typeface="Arial"/>
              </a:rPr>
              <a:t>Choice before inventory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9DA9"/>
                </a:solidFill>
                <a:latin typeface="Arial"/>
                <a:ea typeface="Arial"/>
              </a:rPr>
              <a:t>Crop, contrast and source role are reviewed before delivery.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ASTAL ANALYSI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C9ED0"/>
                </a:solidFill>
                <a:latin typeface="Arial"/>
                <a:ea typeface="Arial"/>
              </a:rPr>
              <a:t>COASTAL ANALYSIS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324B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DA9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0C9ED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324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DA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0C9ED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324B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324B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ED0"/>
          </a:solidFill>
          <a:ln xmlns:a="http://schemas.openxmlformats.org/drawingml/2006/main" w="0">
            <a:solidFill>
              <a:srgbClr val="0C9ED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DA9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