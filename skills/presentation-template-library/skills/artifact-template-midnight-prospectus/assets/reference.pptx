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eed856e4eb643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7252c4fd4a948ad" /><Relationship Type="http://schemas.openxmlformats.org/officeDocument/2006/relationships/chart" Target="/ppt/slides/charts/chart2.xml" Id="R9656400848d54c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7D69B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9C78D7"/>
            </a:solidFill>
            <a:ln w="38100">
              <a:solidFill>
                <a:srgbClr val="9C78D7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9969E"/>
                </a:solidFill>
                <a:latin typeface="Inter"/>
                <a:ea typeface="Inter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7F9F8"/>
                </a:solidFill>
                <a:latin typeface="Inter"/>
                <a:ea typeface="Inter"/>
              </a:rPr>
              <a:t>Midnight Prospectus: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9969E"/>
                </a:solidFill>
                <a:latin typeface="Inter"/>
                <a:ea typeface="Inter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7F9F8"/>
                </a:solidFill>
                <a:latin typeface="Inter"/>
                <a:ea typeface="Inter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27D69B"/>
                </a:solidFill>
                <a:latin typeface="Inter"/>
                <a:ea typeface="Inter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9969E"/>
                </a:solidFill>
                <a:latin typeface="Inter"/>
                <a:ea typeface="Inter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9969E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27D69B"/>
                </a:solidFill>
                <a:latin typeface="Inter"/>
                <a:ea typeface="Inter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2A3C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252c4fd4a948ad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56400848d54c81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7D69B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7F9F8"/>
                </a:solidFill>
                <a:latin typeface="Inter"/>
                <a:ea typeface="Inter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7F9F8"/>
                </a:solidFill>
                <a:latin typeface="Inter"/>
                <a:ea typeface="Inter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