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3c6b20a4a2240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0e4539a6878389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5e425a7c66b022d4_1" /><Relationship Type="http://schemas.openxmlformats.org/officeDocument/2006/relationships/image" Target="/ppt/media/image3.jpg" Id="rIdOfficeKitImagee231e9493e535fbe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fff481b85b8743d2_1" /><Relationship Type="http://schemas.openxmlformats.org/officeDocument/2006/relationships/image" Target="/ppt/media/image5.jpg" Id="rIdOfficeKitImagee930dcb9c6b95953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fdea69a11126d29b_1" /><Relationship Type="http://schemas.openxmlformats.org/officeDocument/2006/relationships/image" Target="/ppt/media/image7.jpg" Id="rIdOfficeKitImagee977612ad933c986_1" /><Relationship Type="http://schemas.openxmlformats.org/officeDocument/2006/relationships/image" Target="/ppt/media/image8.jpg" Id="rIdOfficeKitImage6785cc6781fd2511_1" /><Relationship Type="http://schemas.openxmlformats.org/officeDocument/2006/relationships/image" Target="/ppt/media/image9.jpg" Id="rIdOfficeKitImaged96cedd8678b85ac_1" /><Relationship Type="http://schemas.openxmlformats.org/officeDocument/2006/relationships/image" Target="/ppt/media/image10.jpg" Id="rIdOfficeKitImage35d943dc999c7d05_1" /><Relationship Type="http://schemas.openxmlformats.org/officeDocument/2006/relationships/image" Target="/ppt/media/image11.jpg" Id="rIdOfficeKitImagedf986129197cef3b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2.jpg" Id="rIdOfficeKitImage84ff976f39aab72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0e4539a68783891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10e4539a6878389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84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River Handbook: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e425a7c66b022d4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9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10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243535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1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43535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2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3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77B91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f481b85b8743d2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9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30dcb9c6b95953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10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ONE SUBJECT · THREE SIGNALS</a:t>
            </a:r>
            <a:endParaRPr lang="en-US"/>
          </a:p>
        </p:txBody>
      </p:sp>
      <p:sp>
        <p:nvSpPr>
          <p:cNvPr id="11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21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2124"/>
                </a:solidFill>
                <a:latin typeface="Arial"/>
                <a:ea typeface="Arial"/>
              </a:rPr>
              <a:t>The image carries the story; the label carries the claim.</a:t>
            </a:r>
            <a:endParaRPr lang="en-US"/>
          </a:p>
        </p:txBody>
      </p:sp>
      <p:sp>
        <p:nvSpPr>
          <p:cNvPr id="13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77B91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4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928C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5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4353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9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31957" r="0" b="3195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3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f986129197cef3b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4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5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6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D928C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84ff976f39aab72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>
              <a:alpha val="94000"/>
            </a:srgbClr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7B91"/>
                </a:solidFill>
                <a:latin typeface="Arial"/>
                <a:ea typeface="Arial"/>
              </a:rPr>
              <a:t>RIVER HANDBOOK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43535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43535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DC"/>
          </a:solidFill>
          <a:ln xmlns:a="http://schemas.openxmlformats.org/drawingml/2006/main" w="0">
            <a:solidFill>
              <a:srgbClr val="EEE8D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35">
              <a:alpha val="62000"/>
            </a:srgbClr>
          </a:solidFill>
          <a:ln xmlns:a="http://schemas.openxmlformats.org/drawingml/2006/main" w="0">
            <a:solidFill>
              <a:srgbClr val="2435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RIVER HANDBOOK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77B91"/>
                </a:solidFill>
                <a:latin typeface="Arial"/>
                <a:ea typeface="Arial"/>
              </a:rPr>
              <a:t>RIVER HANDBOOK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435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928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77B91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4353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43535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1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7B9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7B91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243535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D928C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928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