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74ae908713241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0e4539a6878389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5e425a7c66b022d4_1" /><Relationship Type="http://schemas.openxmlformats.org/officeDocument/2006/relationships/image" Target="/ppt/media/image3.jpg" Id="rIdOfficeKitImagee231e9493e535fbe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fff481b85b8743d2_1" /><Relationship Type="http://schemas.openxmlformats.org/officeDocument/2006/relationships/image" Target="/ppt/media/image5.jpg" Id="rIdOfficeKitImagee930dcb9c6b95953_1" /><Relationship Type="http://schemas.openxmlformats.org/officeDocument/2006/relationships/image" Target="/ppt/media/image6.jpg" Id="rIdOfficeKitImagefdea69a11126d29b_1" /><Relationship Type="http://schemas.openxmlformats.org/officeDocument/2006/relationships/image" Target="/ppt/media/image7.jpg" Id="rIdOfficeKitImagee977612ad933c986_1" /><Relationship Type="http://schemas.openxmlformats.org/officeDocument/2006/relationships/image" Target="/ppt/media/image8.jpg" Id="rIdOfficeKitImage6785cc6781fd2511_1" /><Relationship Type="http://schemas.openxmlformats.org/officeDocument/2006/relationships/image" Target="/ppt/media/image9.jpg" Id="rIdOfficeKitImaged96cedd8678b85ac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35d943dc999c7d05_1" /><Relationship Type="http://schemas.openxmlformats.org/officeDocument/2006/relationships/image" Target="/ppt/media/image11.jpg" Id="rIdOfficeKitImagedf986129197cef3b_1" /><Relationship Type="http://schemas.openxmlformats.org/officeDocument/2006/relationships/image" Target="/ppt/media/image12.jpg" Id="rIdOfficeKitImage84ff976f39aab728_1" /><Relationship Type="http://schemas.openxmlformats.org/officeDocument/2006/relationships/image" Target="/ppt/media/image.jpg" Id="rIdOfficeKitImage10e4539a68783891_1" /><Relationship Type="http://schemas.openxmlformats.org/officeDocument/2006/relationships/image" Target="/ppt/media/image2.jpg" Id="rIdOfficeKitImage5e425a7c66b022d4_1" /><Relationship Type="http://schemas.openxmlformats.org/officeDocument/2006/relationships/image" Target="/ppt/media/image3.jpg" Id="rIdOfficeKitImagee231e9493e535fbe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fff481b85b8743d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e930dcb9c6b95953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10e4539a6878389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0757" r="0" b="307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10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1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2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3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14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EVIDENCE</a:t>
            </a:r>
            <a:endParaRPr lang="en-US"/>
          </a:p>
        </p:txBody>
      </p:sp>
      <p:sp>
        <p:nvSpPr>
          <p:cNvPr id="15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243535"/>
                </a:solidFill>
                <a:latin typeface="Arial"/>
                <a:ea typeface="Arial"/>
              </a:rPr>
              <a:t>The same subject can carry several proofs.</a:t>
            </a:r>
            <a:endParaRPr lang="en-US"/>
          </a:p>
        </p:txBody>
      </p:sp>
      <p:sp>
        <p:nvSpPr>
          <p:cNvPr id="16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928C"/>
                </a:solidFill>
                <a:latin typeface="Arial"/>
                <a:ea typeface="Arial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fff481b85b8743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