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779146b367343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fbc298f8d1b7a3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af8c9b5dff6e3a3_1" /><Relationship Type="http://schemas.openxmlformats.org/officeDocument/2006/relationships/image" Target="/ppt/media/image3.jpg" Id="rIdOfficeKitImage026be3a4302963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92dd3ee80187530_1" /><Relationship Type="http://schemas.openxmlformats.org/officeDocument/2006/relationships/image" Target="/ppt/media/image5.jpg" Id="rIdOfficeKitImage083106afebc7d419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fbc298f8d1b7a3c_1" /><Relationship Type="http://schemas.openxmlformats.org/officeDocument/2006/relationships/image" Target="/ppt/media/image2.jpg" Id="rIdOfficeKitImage6af8c9b5dff6e3a3_1" /><Relationship Type="http://schemas.openxmlformats.org/officeDocument/2006/relationships/image" Target="/ppt/media/image3.jpg" Id="rIdOfficeKitImage026be3a43029630d_1" /><Relationship Type="http://schemas.openxmlformats.org/officeDocument/2006/relationships/image" Target="/ppt/media/image4.jpg" Id="rIdOfficeKitImage092dd3ee80187530_1" /><Relationship Type="http://schemas.openxmlformats.org/officeDocument/2006/relationships/image" Target="/ppt/media/image5.jpg" Id="rIdOfficeKitImage083106afebc7d419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6af8c9b5dff6e3a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026be3a43029630d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fbc298f8d1b7a3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1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3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4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5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f8c9b5dff6e3a3_1"/>
          <a:srcRect xmlns:a="http://schemas.openxmlformats.org/drawingml/2006/main" l="0" t="31962" r="0" b="319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