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b58f865c34842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0e4539a6878389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5e425a7c66b022d4_1" /><Relationship Type="http://schemas.openxmlformats.org/officeDocument/2006/relationships/image" Target="/ppt/media/image3.jpg" Id="rIdOfficeKitImagee231e9493e535fbe_1" /><Relationship Type="http://schemas.openxmlformats.org/officeDocument/2006/relationships/image" Target="/ppt/media/image4.jpg" Id="rIdOfficeKitImagefff481b85b8743d2_1" /><Relationship Type="http://schemas.openxmlformats.org/officeDocument/2006/relationships/image" Target="/ppt/media/image5.jpg" Id="rIdOfficeKitImagee930dcb9c6b9595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fdea69a11126d29b_1" /><Relationship Type="http://schemas.openxmlformats.org/officeDocument/2006/relationships/image" Target="/ppt/media/image7.jpg" Id="rIdOfficeKitImagee977612ad933c986_1" /><Relationship Type="http://schemas.openxmlformats.org/officeDocument/2006/relationships/image" Target="/ppt/media/image8.jpg" Id="rIdOfficeKitImage6785cc6781fd2511_1" /><Relationship Type="http://schemas.openxmlformats.org/officeDocument/2006/relationships/image" Target="/ppt/media/image9.jpg" Id="rIdOfficeKitImaged96cedd8678b85ac_1" /><Relationship Type="http://schemas.openxmlformats.org/officeDocument/2006/relationships/image" Target="/ppt/media/image10.jpg" Id="rIdOfficeKitImage35d943dc999c7d05_1" /><Relationship Type="http://schemas.openxmlformats.org/officeDocument/2006/relationships/image" Target="/ppt/media/image11.jpg" Id="rIdOfficeKitImagedf986129197cef3b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84ff976f39aab728_1" /><Relationship Type="http://schemas.openxmlformats.org/officeDocument/2006/relationships/image" Target="/ppt/media/image13.jpg" Id="rIdOfficeKitImagecb4e39f1eccfa545_1" /><Relationship Type="http://schemas.openxmlformats.org/officeDocument/2006/relationships/image" Target="/ppt/media/image14.jpg" Id="rIdOfficeKitImage06e55191024fa458_1" /><Relationship Type="http://schemas.openxmlformats.org/officeDocument/2006/relationships/image" Target="/ppt/media/image15.jpg" Id="rIdOfficeKitImage7acdacea277813e8_1" /><Relationship Type="http://schemas.openxmlformats.org/officeDocument/2006/relationships/image" Target="/ppt/media/image16.jpg" Id="rIdOfficeKitImageb5a7d66fe0ba8bb7_1" /><Relationship Type="http://schemas.openxmlformats.org/officeDocument/2006/relationships/image" Target="/ppt/media/image17.jpg" Id="rIdOfficeKitImagea68aebf613832e5f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8.jpg" Id="rIdOfficeKitImagea5c00489db854fa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9.jpg" Id="rIdOfficeKitImage3635f59fd49ef0e6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10e4539a6878389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34394" r="0" b="343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4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5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0742" r="0" b="3074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10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1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2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3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14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EVIDENCE</a:t>
            </a:r>
            <a:endParaRPr lang="en-US"/>
          </a:p>
        </p:txBody>
      </p:sp>
      <p:sp>
        <p:nvSpPr>
          <p:cNvPr id="15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243535"/>
                </a:solidFill>
                <a:latin typeface="Arial"/>
                <a:ea typeface="Arial"/>
              </a:rPr>
              <a:t>The same subject can carry several proofs.</a:t>
            </a:r>
            <a:endParaRPr lang="en-US"/>
          </a:p>
        </p:txBody>
      </p:sp>
      <p:sp>
        <p:nvSpPr>
          <p:cNvPr id="16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928C"/>
                </a:solidFill>
                <a:latin typeface="Arial"/>
                <a:ea typeface="Arial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1957" r="0" b="319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5a7d66fe0ba8bb7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635f59fd49ef0e6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