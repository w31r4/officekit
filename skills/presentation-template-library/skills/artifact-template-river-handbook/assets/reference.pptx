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c59e85fea9f44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83106afebc7d419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92dd3ee80187530_1" /><Relationship Type="http://schemas.openxmlformats.org/officeDocument/2006/relationships/image" Target="/ppt/media/image3.jpg" Id="rIdOfficeKitImage8fbc298f8d1b7a3c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6af8c9b5dff6e3a3_1" /><Relationship Type="http://schemas.openxmlformats.org/officeDocument/2006/relationships/image" Target="/ppt/media/image5.jpg" Id="rIdOfficeKitImage026be3a43029630d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83106afebc7d419_1" /><Relationship Type="http://schemas.openxmlformats.org/officeDocument/2006/relationships/image" Target="/ppt/media/image2.jpg" Id="rIdOfficeKitImage092dd3ee80187530_1" /><Relationship Type="http://schemas.openxmlformats.org/officeDocument/2006/relationships/image" Target="/ppt/media/image3.jpg" Id="rIdOfficeKitImage8fbc298f8d1b7a3c_1" /><Relationship Type="http://schemas.openxmlformats.org/officeDocument/2006/relationships/image" Target="/ppt/media/image4.jpg" Id="rIdOfficeKitImage6af8c9b5dff6e3a3_1" /><Relationship Type="http://schemas.openxmlformats.org/officeDocument/2006/relationships/image" Target="/ppt/media/image5.jpg" Id="rIdOfficeKitImage026be3a43029630d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92dd3ee8018753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8fbc298f8d1b7a3c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083106afebc7d419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84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River Handbook: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92dd3ee8018753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1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243535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43535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77B91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f8c9b5dff6e3a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9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10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ONE SUBJECT · THREE SIGNALS</a:t>
            </a:r>
            <a:endParaRPr lang="en-US"/>
          </a:p>
        </p:txBody>
      </p:sp>
      <p:sp>
        <p:nvSpPr>
          <p:cNvPr id="11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21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The image carries the story; the label carries the claim.</a:t>
            </a:r>
            <a:endParaRPr lang="en-US"/>
          </a:p>
        </p:txBody>
      </p:sp>
      <p:sp>
        <p:nvSpPr>
          <p:cNvPr id="13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277B91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4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5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4353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9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92dd3ee80187530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f8c9b5dff6e3a3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3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4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5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6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>
              <a:alpha val="94000"/>
            </a:srgbClr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43535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43535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435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D928C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