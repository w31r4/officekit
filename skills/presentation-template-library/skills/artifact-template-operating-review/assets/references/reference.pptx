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405" r:id="rId2"/>
    <p:sldId id="400" r:id="rId3"/>
    <p:sldId id="401" r:id="rId4"/>
    <p:sldId id="402" r:id="rId5"/>
    <p:sldId id="324" r:id="rId6"/>
    <p:sldId id="403" r:id="rId7"/>
    <p:sldId id="398" r:id="rId8"/>
    <p:sldId id="380" r:id="rId9"/>
    <p:sldId id="376" r:id="rId10"/>
    <p:sldId id="381" r:id="rId11"/>
    <p:sldId id="323" r:id="rId12"/>
    <p:sldId id="258" r:id="rId13"/>
    <p:sldId id="320" r:id="rId14"/>
    <p:sldId id="388" r:id="rId15"/>
    <p:sldId id="286" r:id="rId16"/>
    <p:sldId id="329" r:id="rId17"/>
    <p:sldId id="382" r:id="rId18"/>
    <p:sldId id="385" r:id="rId19"/>
    <p:sldId id="317" r:id="rId20"/>
    <p:sldId id="337" r:id="rId21"/>
    <p:sldId id="338" r:id="rId22"/>
    <p:sldId id="333" r:id="rId23"/>
    <p:sldId id="386" r:id="rId24"/>
    <p:sldId id="369" r:id="rId25"/>
    <p:sldId id="370" r:id="rId26"/>
    <p:sldId id="353" r:id="rId27"/>
    <p:sldId id="396" r:id="rId28"/>
    <p:sldId id="368" r:id="rId29"/>
    <p:sldId id="343" r:id="rId30"/>
    <p:sldId id="336" r:id="rId31"/>
    <p:sldId id="39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8CA0"/>
    <a:srgbClr val="E3E5EB"/>
    <a:srgbClr val="7F91A8"/>
    <a:srgbClr val="061C39"/>
    <a:srgbClr val="0C3666"/>
    <a:srgbClr val="0B3769"/>
    <a:srgbClr val="0B2F5C"/>
    <a:srgbClr val="092950"/>
    <a:srgbClr val="175CD4"/>
    <a:srgbClr val="EB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4"/>
    <p:restoredTop sz="94658"/>
  </p:normalViewPr>
  <p:slideViewPr>
    <p:cSldViewPr snapToGrid="0">
      <p:cViewPr>
        <p:scale>
          <a:sx n="108" d="100"/>
          <a:sy n="108" d="100"/>
        </p:scale>
        <p:origin x="1000" y="352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ED-7F48-B4D5-DDD31BB1F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ED-7F48-B4D5-DDD31BB1F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3176846567900986"/>
          <c:h val="5.005992543055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A3-C54F-BF62-FEFA3B708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A3-C54F-BF62-FEFA3B708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3F1-0F49-8E34-3D5AD06A3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3F1-0F49-8E34-3D5AD06A3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49B-4A4F-9219-974DD95A06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49B-4A4F-9219-974DD95A06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7124-F8CA-347A-0678-FABF4CDD8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FA537-2E8A-E63B-2A10-F8B6C3C44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53A34-4BEB-63FE-927F-417402BA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63342-2BCD-C92C-BF0A-C17A2A2E3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027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33D595-D536-F91A-1EBD-961A72E0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624725BD-C1A3-C864-986D-8BDBA7597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948DD72F-53C5-5253-AE71-FDF8BF033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602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6A4D07-57C2-E2A0-B5D4-FEF6AE06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11924C-5D69-5829-7D1B-10B0C4CFD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A21A613D-430C-303F-3918-284DCE090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4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5D0E3048-019F-7BDD-81B3-C3DD8838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6E40DC10-5277-AD1B-DB88-5CB081839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557559C6-C8F9-1BF4-1154-255FDD06B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583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31A631B4-9B88-69AC-1EB2-AA2DA50A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3FA28B5-9E88-8FB0-AF67-B408863FF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5643A63-0A69-219B-9351-879FBF50E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566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>
          <a:extLst>
            <a:ext uri="{FF2B5EF4-FFF2-40B4-BE49-F238E27FC236}">
              <a16:creationId xmlns:a16="http://schemas.microsoft.com/office/drawing/2014/main" id="{1A1939E9-DFA5-D97C-E617-4540EF5F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214345a3b1_9_74:notes">
            <a:extLst>
              <a:ext uri="{FF2B5EF4-FFF2-40B4-BE49-F238E27FC236}">
                <a16:creationId xmlns:a16="http://schemas.microsoft.com/office/drawing/2014/main" id="{2A90B6D5-F684-5EDE-4D54-9B03CEE5F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214345a3b1_9_74:notes">
            <a:extLst>
              <a:ext uri="{FF2B5EF4-FFF2-40B4-BE49-F238E27FC236}">
                <a16:creationId xmlns:a16="http://schemas.microsoft.com/office/drawing/2014/main" id="{87E36B36-2871-9019-F56A-E139974C5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283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709480-2512-E2DA-0510-4A27B11F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83FF6696-AA4A-B7EF-0F63-23F31D936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A364B6FB-B7F9-C400-90F3-82E9054E8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02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E808DF6-2BA4-D3A8-6F87-194045E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39EB48D-4A60-2E18-7780-61153780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6F1AE1-7020-BF2F-04C0-32FB7980E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401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208160C-C64F-0B16-06EA-468AC5EC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B8C58D5-3BDF-F3EB-48E0-9F412C0B7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ECB880F-7645-9A75-8354-B92C6D600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744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67008F-DEAC-B8F4-2359-205F6F19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D0E8783A-C49B-DC37-27A0-5B583D550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12AD1EB6-38FE-E70D-9542-BC488087E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995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2EC6653-0D6E-591C-E711-B4CA8062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7518EA72-424C-66BE-EBF5-A2A67E1CE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262B3445-27E4-DFF9-9C55-7DAD32093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308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5154-F34F-AE8F-28E9-4AEB3811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3929A-B074-5980-92AC-A76634B41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6D6BD-86C8-A313-2855-E1AF2D039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AE346-26B4-3AD0-9CEA-B644A1414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289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5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5D400-7154-3113-3C83-44228E6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37" y="1850746"/>
            <a:ext cx="9448800" cy="2491490"/>
          </a:xfrm>
        </p:spPr>
        <p:txBody>
          <a:bodyPr>
            <a:noAutofit/>
          </a:bodyPr>
          <a:lstStyle/>
          <a:p>
            <a:r>
              <a:rPr lang="en-US" sz="6500" dirty="0">
                <a:solidFill>
                  <a:schemeClr val="accent3"/>
                </a:solidFill>
              </a:rPr>
              <a:t>Weekly Business</a:t>
            </a:r>
            <a:br>
              <a:rPr lang="en-US" sz="6500" dirty="0">
                <a:solidFill>
                  <a:schemeClr val="accent3"/>
                </a:solidFill>
              </a:rPr>
            </a:br>
            <a:r>
              <a:rPr lang="en-US" sz="6500" dirty="0">
                <a:solidFill>
                  <a:schemeClr val="accent3"/>
                </a:solidFill>
              </a:rPr>
              <a:t>Operating Review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5170707"/>
            <a:ext cx="3568700" cy="647700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Week ending in [DATE]</a:t>
            </a:r>
          </a:p>
          <a:p>
            <a:r>
              <a:rPr lang="en-US" sz="1800" dirty="0">
                <a:solidFill>
                  <a:schemeClr val="accent3"/>
                </a:solidFill>
              </a:rPr>
              <a:t>Q2 2026</a:t>
            </a: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 txBox="1">
            <a:spLocks/>
          </p:cNvSpPr>
          <p:nvPr/>
        </p:nvSpPr>
        <p:spPr>
          <a:xfrm>
            <a:off x="4370789" y="5170707"/>
            <a:ext cx="3568700" cy="647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Prepared by</a:t>
            </a:r>
          </a:p>
          <a:p>
            <a:r>
              <a:rPr lang="en-US" sz="1800" dirty="0">
                <a:solidFill>
                  <a:schemeClr val="accent3"/>
                </a:solidFill>
              </a:rPr>
              <a:t>Team or speaker name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 txBox="1">
            <a:spLocks/>
          </p:cNvSpPr>
          <p:nvPr/>
        </p:nvSpPr>
        <p:spPr>
          <a:xfrm>
            <a:off x="8608228" y="623595"/>
            <a:ext cx="3199235" cy="647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800" dirty="0">
                <a:solidFill>
                  <a:srgbClr val="EDF5FE">
                    <a:alpha val="50000"/>
                  </a:srgbClr>
                </a:solidFill>
                <a:latin typeface="Helvetica Neue"/>
              </a:rPr>
              <a:t>Q2 2026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 txBox="1">
            <a:spLocks/>
          </p:cNvSpPr>
          <p:nvPr/>
        </p:nvSpPr>
        <p:spPr>
          <a:xfrm>
            <a:off x="393700" y="623595"/>
            <a:ext cx="55372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rgbClr val="EDF5FE">
                    <a:alpha val="50000"/>
                  </a:srgbClr>
                </a:solidFill>
                <a:latin typeface="Helvetica Neue"/>
              </a:rPr>
              <a:t>Company Name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3541DF-62D6-F009-9571-E33DA1DCB2B4}"/>
              </a:ext>
            </a:extLst>
          </p:cNvPr>
          <p:cNvCxnSpPr/>
          <p:nvPr/>
        </p:nvCxnSpPr>
        <p:spPr>
          <a:xfrm>
            <a:off x="384537" y="374574"/>
            <a:ext cx="11422926" cy="0"/>
          </a:xfrm>
          <a:prstGeom prst="line">
            <a:avLst/>
          </a:prstGeom>
          <a:ln>
            <a:solidFill>
              <a:srgbClr val="7A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4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1967-5EF0-A8CE-385B-6D0A5866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965513"/>
            <a:ext cx="9448800" cy="1066487"/>
          </a:xfrm>
        </p:spPr>
        <p:txBody>
          <a:bodyPr>
            <a:normAutofit/>
          </a:bodyPr>
          <a:lstStyle/>
          <a:p>
            <a:r>
              <a:rPr lang="en-US" sz="3800" dirty="0"/>
              <a:t>Weekly operating review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 txBox="1">
            <a:spLocks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Agenda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B3874C-EF1B-D79F-C3F5-6702ABF89D27}"/>
              </a:ext>
            </a:extLst>
          </p:cNvPr>
          <p:cNvGraphicFramePr>
            <a:graphicFrameLocks noGrp="1"/>
          </p:cNvGraphicFramePr>
          <p:nvPr/>
        </p:nvGraphicFramePr>
        <p:xfrm>
          <a:off x="393698" y="2667171"/>
          <a:ext cx="7835901" cy="3281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7213599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one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two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three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four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five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six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57103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4A810-7A8E-054F-9F6B-09E9C694ECF9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E3F5CCB-83E1-E66E-1C80-EC9EB6E8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2374900"/>
            <a:ext cx="5537200" cy="36195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In hac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b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02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High-level business update and priorities.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cursus. 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4A810-7A8E-054F-9F6B-09E9C694ECF9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 txBox="1">
            <a:spLocks/>
          </p:cNvSpPr>
          <p:nvPr/>
        </p:nvSpPr>
        <p:spPr>
          <a:xfrm>
            <a:off x="400939" y="1810684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HIGHLIGHTS</a:t>
            </a:r>
          </a:p>
        </p:txBody>
      </p:sp>
      <p:sp>
        <p:nvSpPr>
          <p:cNvPr id="9" name="Google Shape;534;p58">
            <a:extLst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 txBox="1">
            <a:spLocks/>
          </p:cNvSpPr>
          <p:nvPr/>
        </p:nvSpPr>
        <p:spPr>
          <a:xfrm>
            <a:off x="6257290" y="2374900"/>
            <a:ext cx="5537200" cy="36195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In hac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Proin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In hac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 txBox="1">
            <a:spLocks/>
          </p:cNvSpPr>
          <p:nvPr/>
        </p:nvSpPr>
        <p:spPr>
          <a:xfrm>
            <a:off x="6264529" y="1810684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LOWLIGHTS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0037D671-CA5B-ABAA-34AB-DA9744DB1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99C6E-3FDF-5AB3-E054-F3F59B339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4A810-7A8E-054F-9F6B-09E9C694ECF9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414154B-F746-1A74-21F7-6E5F045F17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  <a:endParaRPr dirty="0"/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 txBox="1">
            <a:spLocks/>
          </p:cNvSpPr>
          <p:nvPr/>
        </p:nvSpPr>
        <p:spPr>
          <a:xfrm>
            <a:off x="393700" y="1796192"/>
            <a:ext cx="11404599" cy="12264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 txBox="1">
            <a:spLocks/>
          </p:cNvSpPr>
          <p:nvPr/>
        </p:nvSpPr>
        <p:spPr>
          <a:xfrm>
            <a:off x="400939" y="1384301"/>
            <a:ext cx="11404599" cy="2312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/>
          <p:nvPr/>
        </p:nvSpPr>
        <p:spPr>
          <a:xfrm>
            <a:off x="393700" y="3365498"/>
            <a:ext cx="3568700" cy="2628901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/>
          <p:nvPr/>
        </p:nvSpPr>
        <p:spPr>
          <a:xfrm>
            <a:off x="4311650" y="3365498"/>
            <a:ext cx="3568700" cy="2628901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/>
          <p:nvPr/>
        </p:nvSpPr>
        <p:spPr>
          <a:xfrm>
            <a:off x="8232297" y="3365498"/>
            <a:ext cx="3568700" cy="2628901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 txBox="1">
            <a:spLocks/>
          </p:cNvSpPr>
          <p:nvPr/>
        </p:nvSpPr>
        <p:spPr>
          <a:xfrm>
            <a:off x="703381" y="3709346"/>
            <a:ext cx="2949339" cy="19812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 txBox="1">
            <a:spLocks/>
          </p:cNvSpPr>
          <p:nvPr/>
        </p:nvSpPr>
        <p:spPr>
          <a:xfrm>
            <a:off x="4627681" y="3709346"/>
            <a:ext cx="2949339" cy="19812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22" name="Content Placeholder 10">
            <a:extLst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 txBox="1">
            <a:spLocks/>
          </p:cNvSpPr>
          <p:nvPr/>
        </p:nvSpPr>
        <p:spPr>
          <a:xfrm>
            <a:off x="8541954" y="3709346"/>
            <a:ext cx="2949339" cy="19812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6973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 txBox="1">
            <a:spLocks/>
          </p:cNvSpPr>
          <p:nvPr/>
        </p:nvSpPr>
        <p:spPr>
          <a:xfrm>
            <a:off x="393700" y="1796192"/>
            <a:ext cx="11404599" cy="12264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5</a:t>
            </a:fld>
            <a:endParaRPr lang="en-US" sz="1100" dirty="0"/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 txBox="1">
            <a:spLocks/>
          </p:cNvSpPr>
          <p:nvPr/>
        </p:nvSpPr>
        <p:spPr>
          <a:xfrm>
            <a:off x="400939" y="1384301"/>
            <a:ext cx="11404599" cy="2312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b="1" spc="100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0D2E-B46C-49D6-3DAD-F3DB139B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39689"/>
            <a:ext cx="5537200" cy="1411360"/>
          </a:xfrm>
        </p:spPr>
        <p:txBody>
          <a:bodyPr>
            <a:norm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239689"/>
            <a:ext cx="5537200" cy="141136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7835900" cy="1040292"/>
          </a:xfrm>
        </p:spPr>
        <p:txBody>
          <a:bodyPr/>
          <a:lstStyle/>
          <a:p>
            <a:r>
              <a:rPr lang="en-US" dirty="0"/>
              <a:t>Four points grid layout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4A810-7A8E-054F-9F6B-09E9C694ECF9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 txBox="1">
            <a:spLocks/>
          </p:cNvSpPr>
          <p:nvPr/>
        </p:nvSpPr>
        <p:spPr>
          <a:xfrm>
            <a:off x="400939" y="1805180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 txBox="1">
            <a:spLocks/>
          </p:cNvSpPr>
          <p:nvPr/>
        </p:nvSpPr>
        <p:spPr>
          <a:xfrm>
            <a:off x="6264529" y="1805180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 txBox="1">
            <a:spLocks/>
          </p:cNvSpPr>
          <p:nvPr/>
        </p:nvSpPr>
        <p:spPr>
          <a:xfrm>
            <a:off x="393700" y="4468539"/>
            <a:ext cx="5537200" cy="1411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 txBox="1">
            <a:spLocks/>
          </p:cNvSpPr>
          <p:nvPr/>
        </p:nvSpPr>
        <p:spPr>
          <a:xfrm>
            <a:off x="6256618" y="4468539"/>
            <a:ext cx="5537200" cy="1411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 txBox="1">
            <a:spLocks/>
          </p:cNvSpPr>
          <p:nvPr/>
        </p:nvSpPr>
        <p:spPr>
          <a:xfrm>
            <a:off x="400939" y="4034030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 txBox="1">
            <a:spLocks/>
          </p:cNvSpPr>
          <p:nvPr/>
        </p:nvSpPr>
        <p:spPr>
          <a:xfrm>
            <a:off x="6264529" y="4034030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100" normalizeH="0" baseline="0" noProof="0" dirty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F803974-9A69-FF28-9E78-C7BBA172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74184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with large side checklist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 txBox="1"/>
          <p:nvPr/>
        </p:nvSpPr>
        <p:spPr>
          <a:xfrm>
            <a:off x="393700" y="2309028"/>
            <a:ext cx="4583034" cy="1097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7</a:t>
            </a:fld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 txBox="1"/>
          <p:nvPr/>
        </p:nvSpPr>
        <p:spPr>
          <a:xfrm>
            <a:off x="5468620" y="1881916"/>
            <a:ext cx="6329680" cy="1656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Nam non ante quis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 txBox="1">
            <a:spLocks/>
          </p:cNvSpPr>
          <p:nvPr/>
        </p:nvSpPr>
        <p:spPr>
          <a:xfrm>
            <a:off x="400940" y="1881916"/>
            <a:ext cx="4583034" cy="2287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b="1" spc="100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 txBox="1"/>
          <p:nvPr/>
        </p:nvSpPr>
        <p:spPr>
          <a:xfrm>
            <a:off x="393700" y="4622601"/>
            <a:ext cx="4583034" cy="1097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 txBox="1"/>
          <p:nvPr/>
        </p:nvSpPr>
        <p:spPr>
          <a:xfrm>
            <a:off x="5468620" y="4195489"/>
            <a:ext cx="6329680" cy="1656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Nam non ante quis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 txBox="1">
            <a:spLocks/>
          </p:cNvSpPr>
          <p:nvPr/>
        </p:nvSpPr>
        <p:spPr>
          <a:xfrm>
            <a:off x="400940" y="4195489"/>
            <a:ext cx="4583034" cy="2287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b="1" spc="100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74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four topics</a:t>
            </a:r>
            <a:endParaRPr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8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722684"/>
            <a:ext cx="5537200" cy="86542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b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endParaRPr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  <a:endParaRPr dirty="0"/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9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FEEB714-27EC-EADB-9D97-F2F51BFD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2x2 card grid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/>
          <p:nvPr/>
        </p:nvSpPr>
        <p:spPr>
          <a:xfrm>
            <a:off x="409043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 txBox="1">
            <a:spLocks/>
          </p:cNvSpPr>
          <p:nvPr/>
        </p:nvSpPr>
        <p:spPr>
          <a:xfrm>
            <a:off x="706278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 txBox="1">
            <a:spLocks/>
          </p:cNvSpPr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 txBox="1">
            <a:spLocks/>
          </p:cNvSpPr>
          <p:nvPr/>
        </p:nvSpPr>
        <p:spPr>
          <a:xfrm>
            <a:off x="706278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10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CD0B058-69B3-6143-3EBD-18BD89810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7835900" cy="1040292"/>
          </a:xfrm>
        </p:spPr>
        <p:txBody>
          <a:bodyPr/>
          <a:lstStyle/>
          <a:p>
            <a:r>
              <a:rPr lang="en-US" dirty="0"/>
              <a:t>Four column layout with eight topics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668A09-AE04-4D10-D919-57ECE29CD5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C1BC07A-CC6E-9DC4-2C70-CCF4F96B0F9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37E985-0C72-7D72-6091-7E6FBAF26D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 txBox="1">
            <a:spLocks/>
          </p:cNvSpPr>
          <p:nvPr/>
        </p:nvSpPr>
        <p:spPr>
          <a:xfrm>
            <a:off x="393700" y="2828977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 txBox="1">
            <a:spLocks/>
          </p:cNvSpPr>
          <p:nvPr/>
        </p:nvSpPr>
        <p:spPr>
          <a:xfrm>
            <a:off x="3334966" y="2828977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 txBox="1">
            <a:spLocks/>
          </p:cNvSpPr>
          <p:nvPr/>
        </p:nvSpPr>
        <p:spPr>
          <a:xfrm>
            <a:off x="6264413" y="2828977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 txBox="1">
            <a:spLocks/>
          </p:cNvSpPr>
          <p:nvPr/>
        </p:nvSpPr>
        <p:spPr>
          <a:xfrm>
            <a:off x="9205679" y="2828977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DC3E09-5458-5FAC-7B68-A9CC33D48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11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CFE3A-BCC1-081C-E12A-0C43D4563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8597" cy="636409"/>
          </a:xfrm>
        </p:spPr>
        <p:txBody>
          <a:bodyPr/>
          <a:lstStyle/>
          <a:p>
            <a:r>
              <a:rPr lang="en-US" dirty="0"/>
              <a:t>Three card layout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2779935"/>
            <a:ext cx="2949339" cy="2566766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2779935"/>
            <a:ext cx="2949339" cy="2566766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lang="en-US" sz="18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2779935"/>
            <a:ext cx="2949339" cy="2566766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sz="1800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46459F02-532C-26D9-1417-D97C7C8B12E0}"/>
              </a:ext>
            </a:extLst>
          </p:cNvPr>
          <p:cNvSpPr txBox="1">
            <a:spLocks/>
          </p:cNvSpPr>
          <p:nvPr/>
        </p:nvSpPr>
        <p:spPr>
          <a:xfrm>
            <a:off x="400939" y="1037593"/>
            <a:ext cx="11404599" cy="10402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sz="18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4609E9-0A0F-C12B-2A4D-B112D25BA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12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E8B0-1451-F532-31F1-40A867C4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11838" cy="519592"/>
          </a:xfrm>
        </p:spPr>
        <p:txBody>
          <a:bodyPr/>
          <a:lstStyle/>
          <a:p>
            <a:r>
              <a:rPr lang="en-US" dirty="0"/>
              <a:t>Three card layout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365499"/>
            <a:ext cx="2949339" cy="1981201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sz="16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sz="16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sz="1600" dirty="0"/>
          </a:p>
        </p:txBody>
      </p:sp>
      <p:sp>
        <p:nvSpPr>
          <p:cNvPr id="2" name="Google Shape;303;p29">
            <a:extLst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/>
          <p:nvPr/>
        </p:nvSpPr>
        <p:spPr>
          <a:xfrm>
            <a:off x="8549658" y="2759697"/>
            <a:ext cx="230437" cy="256014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Google Shape;304;p29">
            <a:extLst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/>
          <p:nvPr/>
        </p:nvSpPr>
        <p:spPr>
          <a:xfrm>
            <a:off x="4632459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Google Shape;305;p29">
            <a:extLst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/>
          <p:nvPr/>
        </p:nvSpPr>
        <p:spPr>
          <a:xfrm>
            <a:off x="693808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 txBox="1">
            <a:spLocks/>
          </p:cNvSpPr>
          <p:nvPr/>
        </p:nvSpPr>
        <p:spPr>
          <a:xfrm>
            <a:off x="400939" y="1037594"/>
            <a:ext cx="11404599" cy="1047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13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7B9524AD-7F42-D558-E9DB-C7F138F3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>
            <a:extLst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4656666"/>
            <a:ext cx="3568700" cy="110239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59" name="Google Shape;559;p61">
            <a:extLst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 txBox="1">
            <a:spLocks noGrp="1"/>
          </p:cNvSpPr>
          <p:nvPr>
            <p:ph idx="10"/>
          </p:nvPr>
        </p:nvSpPr>
        <p:spPr>
          <a:xfrm>
            <a:off x="4318000" y="4656666"/>
            <a:ext cx="3568700" cy="110239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60" name="Google Shape;560;p61">
            <a:extLst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8232273" y="4656666"/>
            <a:ext cx="3568700" cy="110239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57" name="Google Shape;557;p61">
            <a:extLst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Six feature layout with icons</a:t>
            </a:r>
            <a:endParaRPr dirty="0"/>
          </a:p>
        </p:txBody>
      </p:sp>
      <p:sp>
        <p:nvSpPr>
          <p:cNvPr id="2" name="Google Shape;558;p61">
            <a:extLst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 txBox="1">
            <a:spLocks/>
          </p:cNvSpPr>
          <p:nvPr/>
        </p:nvSpPr>
        <p:spPr>
          <a:xfrm>
            <a:off x="393700" y="2653452"/>
            <a:ext cx="3568700" cy="110239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3" name="Google Shape;559;p61">
            <a:extLst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 txBox="1">
            <a:spLocks/>
          </p:cNvSpPr>
          <p:nvPr/>
        </p:nvSpPr>
        <p:spPr>
          <a:xfrm>
            <a:off x="4318000" y="2653452"/>
            <a:ext cx="3568700" cy="110239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4" name="Google Shape;560;p61">
            <a:extLst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 txBox="1">
            <a:spLocks/>
          </p:cNvSpPr>
          <p:nvPr/>
        </p:nvSpPr>
        <p:spPr>
          <a:xfrm>
            <a:off x="8232273" y="2653452"/>
            <a:ext cx="3568700" cy="110239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" name="Google Shape;561;p61" descr="Keep or replace with another icon.">
            <a:extLst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/>
          <p:nvPr/>
        </p:nvSpPr>
        <p:spPr>
          <a:xfrm>
            <a:off x="4279904" y="2022554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6" name="Google Shape;562;p61" descr="Keep or replace with another icon.">
            <a:extLst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/>
          <p:nvPr/>
        </p:nvSpPr>
        <p:spPr>
          <a:xfrm>
            <a:off x="401398" y="2018463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 extrusionOk="0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Google Shape;1369;p101" descr="Keep or replace with another icon.">
            <a:extLst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/>
          <p:nvPr/>
        </p:nvSpPr>
        <p:spPr>
          <a:xfrm>
            <a:off x="8229600" y="2030146"/>
            <a:ext cx="338580" cy="3386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415;p101" descr="Keep or replace with another icon.">
            <a:extLst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/>
          <p:nvPr/>
        </p:nvSpPr>
        <p:spPr>
          <a:xfrm>
            <a:off x="371885" y="4050316"/>
            <a:ext cx="389340" cy="30477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12;p103" descr="Keep or replace with another icon.">
            <a:extLst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/>
          <p:nvPr/>
        </p:nvSpPr>
        <p:spPr>
          <a:xfrm>
            <a:off x="4291936" y="4025768"/>
            <a:ext cx="305570" cy="338652"/>
          </a:xfrm>
          <a:custGeom>
            <a:avLst/>
            <a:gdLst/>
            <a:ahLst/>
            <a:cxnLst/>
            <a:rect l="l" t="t" r="r" b="b"/>
            <a:pathLst>
              <a:path w="21538" h="21553" extrusionOk="0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266;p99" descr="Keep or replace with another icon.">
            <a:extLst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/>
          <p:nvPr/>
        </p:nvSpPr>
        <p:spPr>
          <a:xfrm>
            <a:off x="8234485" y="4029083"/>
            <a:ext cx="321663" cy="321771"/>
          </a:xfrm>
          <a:custGeom>
            <a:avLst/>
            <a:gdLst/>
            <a:ahLst/>
            <a:cxnLst/>
            <a:rect l="l" t="t" r="r" b="b"/>
            <a:pathLst>
              <a:path w="21599" h="21599" extrusionOk="0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14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/>
          <p:cNvSpPr txBox="1">
            <a:spLocks noGrp="1"/>
          </p:cNvSpPr>
          <p:nvPr>
            <p:ph idx="1"/>
          </p:nvPr>
        </p:nvSpPr>
        <p:spPr>
          <a:xfrm>
            <a:off x="393700" y="2176040"/>
            <a:ext cx="5537200" cy="381835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33" name="Google Shape;533;p58"/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51959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One column layout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 txBox="1">
            <a:spLocks/>
          </p:cNvSpPr>
          <p:nvPr/>
        </p:nvSpPr>
        <p:spPr>
          <a:xfrm>
            <a:off x="6265111" y="2176040"/>
            <a:ext cx="5537200" cy="381835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 txBox="1">
            <a:spLocks/>
          </p:cNvSpPr>
          <p:nvPr/>
        </p:nvSpPr>
        <p:spPr>
          <a:xfrm>
            <a:off x="400939" y="1041400"/>
            <a:ext cx="11404599" cy="8452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. Lorem ipsum dolor sit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15</a:t>
            </a:fld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DD762-859A-AA54-A7F9-A40EA41C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ADAACD4F-B550-386A-338E-96511960A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Four quote callout boxes with details 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025A11-4CFC-3DAD-DA4D-167D090FABEC}"/>
              </a:ext>
            </a:extLst>
          </p:cNvPr>
          <p:cNvSpPr/>
          <p:nvPr/>
        </p:nvSpPr>
        <p:spPr>
          <a:xfrm>
            <a:off x="397013" y="1054100"/>
            <a:ext cx="5533887" cy="977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99A2D71-41FF-1674-15C6-8AF76E98E435}"/>
              </a:ext>
            </a:extLst>
          </p:cNvPr>
          <p:cNvSpPr txBox="1">
            <a:spLocks/>
          </p:cNvSpPr>
          <p:nvPr/>
        </p:nvSpPr>
        <p:spPr>
          <a:xfrm>
            <a:off x="694248" y="1317497"/>
            <a:ext cx="4986886" cy="5113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sz="14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E4B4B76E-7D44-10FB-7578-2D01A3974F94}"/>
              </a:ext>
            </a:extLst>
          </p:cNvPr>
          <p:cNvSpPr txBox="1">
            <a:spLocks/>
          </p:cNvSpPr>
          <p:nvPr/>
        </p:nvSpPr>
        <p:spPr>
          <a:xfrm>
            <a:off x="694248" y="2195285"/>
            <a:ext cx="5236652" cy="1473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7F86C9D-8471-77AD-E279-155712DFE201}"/>
              </a:ext>
            </a:extLst>
          </p:cNvPr>
          <p:cNvSpPr/>
          <p:nvPr/>
        </p:nvSpPr>
        <p:spPr>
          <a:xfrm>
            <a:off x="397013" y="3797299"/>
            <a:ext cx="5533887" cy="977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F38D10E-43F8-FA5D-F1B1-10ADB5872BD9}"/>
              </a:ext>
            </a:extLst>
          </p:cNvPr>
          <p:cNvSpPr txBox="1">
            <a:spLocks/>
          </p:cNvSpPr>
          <p:nvPr/>
        </p:nvSpPr>
        <p:spPr>
          <a:xfrm>
            <a:off x="694248" y="4060696"/>
            <a:ext cx="4986886" cy="5113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sz="14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8" name="Content Placeholder 15">
            <a:extLst>
              <a:ext uri="{FF2B5EF4-FFF2-40B4-BE49-F238E27FC236}">
                <a16:creationId xmlns:a16="http://schemas.microsoft.com/office/drawing/2014/main" id="{301AFD65-CE2B-0AE8-8D43-B2EC3F63184B}"/>
              </a:ext>
            </a:extLst>
          </p:cNvPr>
          <p:cNvSpPr txBox="1">
            <a:spLocks/>
          </p:cNvSpPr>
          <p:nvPr/>
        </p:nvSpPr>
        <p:spPr>
          <a:xfrm>
            <a:off x="694248" y="4938484"/>
            <a:ext cx="5236652" cy="1473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B2D712-3C15-6BFD-7D59-4BB690DD085C}"/>
              </a:ext>
            </a:extLst>
          </p:cNvPr>
          <p:cNvSpPr/>
          <p:nvPr/>
        </p:nvSpPr>
        <p:spPr>
          <a:xfrm>
            <a:off x="6258970" y="1054100"/>
            <a:ext cx="5533887" cy="977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84763959-3346-CF48-2A6A-6F12BE714152}"/>
              </a:ext>
            </a:extLst>
          </p:cNvPr>
          <p:cNvSpPr txBox="1">
            <a:spLocks/>
          </p:cNvSpPr>
          <p:nvPr/>
        </p:nvSpPr>
        <p:spPr>
          <a:xfrm>
            <a:off x="6556205" y="1317497"/>
            <a:ext cx="4986886" cy="5113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sz="14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E21A4634-A669-4972-C24C-516C5F0FF492}"/>
              </a:ext>
            </a:extLst>
          </p:cNvPr>
          <p:cNvSpPr txBox="1">
            <a:spLocks/>
          </p:cNvSpPr>
          <p:nvPr/>
        </p:nvSpPr>
        <p:spPr>
          <a:xfrm>
            <a:off x="6556205" y="2195285"/>
            <a:ext cx="5236652" cy="1473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895B4A3-EE6A-858D-AEC7-4EE0313EF2F5}"/>
              </a:ext>
            </a:extLst>
          </p:cNvPr>
          <p:cNvSpPr/>
          <p:nvPr/>
        </p:nvSpPr>
        <p:spPr>
          <a:xfrm>
            <a:off x="6258970" y="3797299"/>
            <a:ext cx="5533887" cy="977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AF5F9C50-3A40-C713-DB6E-42BF96FF84E1}"/>
              </a:ext>
            </a:extLst>
          </p:cNvPr>
          <p:cNvSpPr txBox="1">
            <a:spLocks/>
          </p:cNvSpPr>
          <p:nvPr/>
        </p:nvSpPr>
        <p:spPr>
          <a:xfrm>
            <a:off x="6556205" y="4060696"/>
            <a:ext cx="4986886" cy="5113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sz="14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719F2123-F7EB-E995-0D2D-C04283EB2FDA}"/>
              </a:ext>
            </a:extLst>
          </p:cNvPr>
          <p:cNvSpPr txBox="1">
            <a:spLocks/>
          </p:cNvSpPr>
          <p:nvPr/>
        </p:nvSpPr>
        <p:spPr>
          <a:xfrm>
            <a:off x="6556205" y="4938484"/>
            <a:ext cx="5236652" cy="1473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E8F0F0-523F-39E7-A1B9-1A75D1F80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375833-EB2B-2A86-E6AA-2B70E5064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16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91519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E2864E6F-A61F-6268-4D6A-78DC0BEE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two comparison cards</a:t>
            </a:r>
            <a:endParaRPr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/>
          <p:nvPr/>
        </p:nvSpPr>
        <p:spPr>
          <a:xfrm>
            <a:off x="397013" y="3025321"/>
            <a:ext cx="5533887" cy="1320801"/>
          </a:xfrm>
          <a:prstGeom prst="roundRect">
            <a:avLst>
              <a:gd name="adj" fmla="val 5851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 txBox="1">
            <a:spLocks/>
          </p:cNvSpPr>
          <p:nvPr/>
        </p:nvSpPr>
        <p:spPr>
          <a:xfrm>
            <a:off x="694248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 txBox="1">
            <a:spLocks/>
          </p:cNvSpPr>
          <p:nvPr/>
        </p:nvSpPr>
        <p:spPr>
          <a:xfrm>
            <a:off x="694248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/>
          <p:nvPr/>
        </p:nvSpPr>
        <p:spPr>
          <a:xfrm>
            <a:off x="6260785" y="3025321"/>
            <a:ext cx="5533887" cy="1320801"/>
          </a:xfrm>
          <a:prstGeom prst="roundRect">
            <a:avLst>
              <a:gd name="adj" fmla="val 4875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 txBox="1">
            <a:spLocks/>
          </p:cNvSpPr>
          <p:nvPr/>
        </p:nvSpPr>
        <p:spPr>
          <a:xfrm>
            <a:off x="6558020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 txBox="1">
            <a:spLocks/>
          </p:cNvSpPr>
          <p:nvPr/>
        </p:nvSpPr>
        <p:spPr>
          <a:xfrm>
            <a:off x="6558020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 txBox="1">
            <a:spLocks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6" name="Content Placeholder 15">
            <a:extLst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 txBox="1">
            <a:spLocks/>
          </p:cNvSpPr>
          <p:nvPr/>
        </p:nvSpPr>
        <p:spPr>
          <a:xfrm>
            <a:off x="400939" y="5617936"/>
            <a:ext cx="11404599" cy="529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17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BA2FB56-6C9E-95EC-5732-389D81A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78359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data table</a:t>
            </a:r>
            <a:endParaRPr dirty="0"/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 txBox="1">
            <a:spLocks/>
          </p:cNvSpPr>
          <p:nvPr/>
        </p:nvSpPr>
        <p:spPr>
          <a:xfrm>
            <a:off x="400939" y="1021193"/>
            <a:ext cx="11404599" cy="10485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graphicFrame>
        <p:nvGraphicFramePr>
          <p:cNvPr id="2" name="Google Shape;644;p93">
            <a:extLst>
              <a:ext uri="{FF2B5EF4-FFF2-40B4-BE49-F238E27FC236}">
                <a16:creationId xmlns:a16="http://schemas.microsoft.com/office/drawing/2014/main" id="{5B92C96C-AF80-E8E3-2109-4D6822E5E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792073"/>
              </p:ext>
            </p:extLst>
          </p:nvPr>
        </p:nvGraphicFramePr>
        <p:xfrm>
          <a:off x="393700" y="2251080"/>
          <a:ext cx="11404599" cy="39326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0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28876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18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Gantt chart over time</a:t>
            </a:r>
            <a:endParaRPr dirty="0"/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330595"/>
              </p:ext>
            </p:extLst>
          </p:nvPr>
        </p:nvGraphicFramePr>
        <p:xfrm>
          <a:off x="393699" y="1379875"/>
          <a:ext cx="11404600" cy="4614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11479"/>
            </a:avLst>
          </a:prstGeom>
          <a:solidFill>
            <a:srgbClr val="0B3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Helvetica Neue"/>
              </a:rPr>
              <a:t>Lorem ipsum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11479"/>
            </a:avLst>
          </a:prstGeom>
          <a:solidFill>
            <a:srgbClr val="0B3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Helvetica Neue"/>
              </a:rPr>
              <a:t>Lorem ipsum</a:t>
            </a:r>
            <a:endParaRPr sz="16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11479"/>
            </a:avLst>
          </a:prstGeom>
          <a:solidFill>
            <a:srgbClr val="0B3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Helvetica Neue"/>
              </a:rPr>
              <a:t>Lorem ipsum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11479"/>
            </a:avLst>
          </a:prstGeom>
          <a:solidFill>
            <a:srgbClr val="0B3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Helvetica Neue"/>
              </a:rPr>
              <a:t>Lorem ipsum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11479"/>
            </a:avLst>
          </a:prstGeom>
          <a:solidFill>
            <a:srgbClr val="0B3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Helvetica Neue"/>
              </a:rPr>
              <a:t>Lorem ipsum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11479"/>
            </a:avLst>
          </a:prstGeom>
          <a:solidFill>
            <a:srgbClr val="0B3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Helvetica Neue"/>
              </a:rPr>
              <a:t>Lorem ipsum</a:t>
            </a:r>
            <a:endParaRPr sz="16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  <a:sym typeface="Helvetica Neue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B23F3E-E49B-47F1-F25C-67F100FD1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19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 lang="en-US" dirty="0"/>
              <a:t>Timeline with three text only milestones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20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84EB-0A36-C568-1394-62207032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963F05-59C0-B501-D15E-3C6B8AAC1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21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with three card milestones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/>
          <p:nvPr/>
        </p:nvSpPr>
        <p:spPr>
          <a:xfrm>
            <a:off x="393700" y="2392388"/>
            <a:ext cx="3568700" cy="1595154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 txBox="1">
            <a:spLocks/>
          </p:cNvSpPr>
          <p:nvPr/>
        </p:nvSpPr>
        <p:spPr>
          <a:xfrm>
            <a:off x="703381" y="2708524"/>
            <a:ext cx="2949339" cy="10935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/>
          <p:nvPr/>
        </p:nvSpPr>
        <p:spPr>
          <a:xfrm>
            <a:off x="4308475" y="2392388"/>
            <a:ext cx="3568700" cy="1595154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 txBox="1">
            <a:spLocks/>
          </p:cNvSpPr>
          <p:nvPr/>
        </p:nvSpPr>
        <p:spPr>
          <a:xfrm>
            <a:off x="4618156" y="2708523"/>
            <a:ext cx="2949339" cy="10935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/>
          <p:nvPr/>
        </p:nvSpPr>
        <p:spPr>
          <a:xfrm>
            <a:off x="8237538" y="2392388"/>
            <a:ext cx="3568700" cy="1595154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 txBox="1">
            <a:spLocks/>
          </p:cNvSpPr>
          <p:nvPr/>
        </p:nvSpPr>
        <p:spPr>
          <a:xfrm>
            <a:off x="8547219" y="2708523"/>
            <a:ext cx="2949339" cy="10935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B9D838B-E8A1-C15F-BCF6-5D917B10CDAB}"/>
              </a:ext>
            </a:extLst>
          </p:cNvPr>
          <p:cNvCxnSpPr>
            <a:cxnSpLocks/>
          </p:cNvCxnSpPr>
          <p:nvPr/>
        </p:nvCxnSpPr>
        <p:spPr>
          <a:xfrm flipV="1">
            <a:off x="720452" y="3987542"/>
            <a:ext cx="2432" cy="640929"/>
          </a:xfrm>
          <a:prstGeom prst="line">
            <a:avLst/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A9D6F9F-2033-B55E-020F-9D9CC87DB4CD}"/>
              </a:ext>
            </a:extLst>
          </p:cNvPr>
          <p:cNvSpPr/>
          <p:nvPr/>
        </p:nvSpPr>
        <p:spPr>
          <a:xfrm>
            <a:off x="393700" y="4356100"/>
            <a:ext cx="3568700" cy="1595154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ontent Placeholder 8">
            <a:extLst>
              <a:ext uri="{FF2B5EF4-FFF2-40B4-BE49-F238E27FC236}">
                <a16:creationId xmlns:a16="http://schemas.microsoft.com/office/drawing/2014/main" id="{CD09C33D-5630-C27C-C1AE-F60A9FB8EC84}"/>
              </a:ext>
            </a:extLst>
          </p:cNvPr>
          <p:cNvSpPr txBox="1">
            <a:spLocks/>
          </p:cNvSpPr>
          <p:nvPr/>
        </p:nvSpPr>
        <p:spPr>
          <a:xfrm>
            <a:off x="703381" y="4672236"/>
            <a:ext cx="2949339" cy="10935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dirty="0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01EDC4F-645B-5208-5A2D-CB854CDE3CF8}"/>
              </a:ext>
            </a:extLst>
          </p:cNvPr>
          <p:cNvSpPr/>
          <p:nvPr/>
        </p:nvSpPr>
        <p:spPr>
          <a:xfrm>
            <a:off x="4308475" y="4356100"/>
            <a:ext cx="3568700" cy="1595154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ontent Placeholder 8">
            <a:extLst>
              <a:ext uri="{FF2B5EF4-FFF2-40B4-BE49-F238E27FC236}">
                <a16:creationId xmlns:a16="http://schemas.microsoft.com/office/drawing/2014/main" id="{3F013F15-10B5-454B-F71C-A4F07D11D150}"/>
              </a:ext>
            </a:extLst>
          </p:cNvPr>
          <p:cNvSpPr txBox="1">
            <a:spLocks/>
          </p:cNvSpPr>
          <p:nvPr/>
        </p:nvSpPr>
        <p:spPr>
          <a:xfrm>
            <a:off x="4618156" y="4672235"/>
            <a:ext cx="2949339" cy="10935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dirty="0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7A6CB05F-986E-7BF0-DBA3-6DBB7F45D624}"/>
              </a:ext>
            </a:extLst>
          </p:cNvPr>
          <p:cNvSpPr/>
          <p:nvPr/>
        </p:nvSpPr>
        <p:spPr>
          <a:xfrm>
            <a:off x="8237538" y="4356100"/>
            <a:ext cx="3568700" cy="1595154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ontent Placeholder 8">
            <a:extLst>
              <a:ext uri="{FF2B5EF4-FFF2-40B4-BE49-F238E27FC236}">
                <a16:creationId xmlns:a16="http://schemas.microsoft.com/office/drawing/2014/main" id="{F756CED3-B055-A43F-881D-DD3AE0C42AA5}"/>
              </a:ext>
            </a:extLst>
          </p:cNvPr>
          <p:cNvSpPr txBox="1">
            <a:spLocks/>
          </p:cNvSpPr>
          <p:nvPr/>
        </p:nvSpPr>
        <p:spPr>
          <a:xfrm>
            <a:off x="8547219" y="4672235"/>
            <a:ext cx="2949339" cy="10935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dirty="0"/>
          </a:p>
        </p:txBody>
      </p:sp>
      <p:sp>
        <p:nvSpPr>
          <p:cNvPr id="66" name="Google Shape;558;p61">
            <a:extLst>
              <a:ext uri="{FF2B5EF4-FFF2-40B4-BE49-F238E27FC236}">
                <a16:creationId xmlns:a16="http://schemas.microsoft.com/office/drawing/2014/main" id="{9F246653-C148-88C9-9283-2754FF399C8B}"/>
              </a:ext>
            </a:extLst>
          </p:cNvPr>
          <p:cNvSpPr txBox="1">
            <a:spLocks/>
          </p:cNvSpPr>
          <p:nvPr/>
        </p:nvSpPr>
        <p:spPr>
          <a:xfrm>
            <a:off x="393700" y="1347685"/>
            <a:ext cx="3568700" cy="68431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67" name="Google Shape;559;p61">
            <a:extLst>
              <a:ext uri="{FF2B5EF4-FFF2-40B4-BE49-F238E27FC236}">
                <a16:creationId xmlns:a16="http://schemas.microsoft.com/office/drawing/2014/main" id="{CBD7303B-5E68-9B10-FF89-8C5EE8EBCE7C}"/>
              </a:ext>
            </a:extLst>
          </p:cNvPr>
          <p:cNvSpPr txBox="1">
            <a:spLocks/>
          </p:cNvSpPr>
          <p:nvPr/>
        </p:nvSpPr>
        <p:spPr>
          <a:xfrm>
            <a:off x="4318000" y="1347685"/>
            <a:ext cx="3568700" cy="67614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68" name="Google Shape;560;p61">
            <a:extLst>
              <a:ext uri="{FF2B5EF4-FFF2-40B4-BE49-F238E27FC236}">
                <a16:creationId xmlns:a16="http://schemas.microsoft.com/office/drawing/2014/main" id="{C5E2B8D5-C4EB-431F-AF0C-121F9CD77EA8}"/>
              </a:ext>
            </a:extLst>
          </p:cNvPr>
          <p:cNvSpPr txBox="1">
            <a:spLocks/>
          </p:cNvSpPr>
          <p:nvPr/>
        </p:nvSpPr>
        <p:spPr>
          <a:xfrm>
            <a:off x="8232273" y="1347685"/>
            <a:ext cx="3568700" cy="67614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1232-20F0-BAE8-9958-23A6C7AF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2E36C81-5801-B2BE-01AA-D802EF7C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9448800" cy="1040291"/>
          </a:xfrm>
        </p:spPr>
        <p:txBody>
          <a:bodyPr/>
          <a:lstStyle/>
          <a:p>
            <a:r>
              <a:rPr lang="en-US" dirty="0"/>
              <a:t>Four column card layout with details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3642A94-5293-AA67-B826-5BD0DE5E4F06}"/>
              </a:ext>
            </a:extLst>
          </p:cNvPr>
          <p:cNvSpPr/>
          <p:nvPr/>
        </p:nvSpPr>
        <p:spPr>
          <a:xfrm>
            <a:off x="393700" y="2032000"/>
            <a:ext cx="2581975" cy="3962400"/>
          </a:xfrm>
          <a:prstGeom prst="roundRect">
            <a:avLst>
              <a:gd name="adj" fmla="val 1801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6AC358-F5F5-46E1-3A28-330B5B7FD440}"/>
              </a:ext>
            </a:extLst>
          </p:cNvPr>
          <p:cNvSpPr/>
          <p:nvPr/>
        </p:nvSpPr>
        <p:spPr>
          <a:xfrm>
            <a:off x="3333557" y="2032000"/>
            <a:ext cx="2597343" cy="3962400"/>
          </a:xfrm>
          <a:prstGeom prst="roundRect">
            <a:avLst>
              <a:gd name="adj" fmla="val 179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7EDC79-B9FD-D75C-F5E0-8650415FAF49}"/>
              </a:ext>
            </a:extLst>
          </p:cNvPr>
          <p:cNvSpPr/>
          <p:nvPr/>
        </p:nvSpPr>
        <p:spPr>
          <a:xfrm>
            <a:off x="6261100" y="2032000"/>
            <a:ext cx="2581975" cy="3962400"/>
          </a:xfrm>
          <a:prstGeom prst="roundRect">
            <a:avLst>
              <a:gd name="adj" fmla="val 2701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AFF379-8A28-CAB1-B1D0-F7E83A8F0727}"/>
              </a:ext>
            </a:extLst>
          </p:cNvPr>
          <p:cNvSpPr/>
          <p:nvPr/>
        </p:nvSpPr>
        <p:spPr>
          <a:xfrm>
            <a:off x="9200957" y="2032000"/>
            <a:ext cx="2597343" cy="3962400"/>
          </a:xfrm>
          <a:prstGeom prst="roundRect">
            <a:avLst>
              <a:gd name="adj" fmla="val 2984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DC86A8A-FBA6-FD14-99C2-1C4C5D66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67" y="2414155"/>
            <a:ext cx="2145400" cy="1599045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8605DFA-C810-BB6C-3C24-829EC7D933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55921" y="2414155"/>
            <a:ext cx="2149303" cy="159904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2FDC1FF-2A9F-386F-4FAC-628138F5E2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89680" y="2414155"/>
            <a:ext cx="2145400" cy="159904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2F1B00-B28B-9F1D-8CDD-3C4B2DE34D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634" y="2414155"/>
            <a:ext cx="2149303" cy="159904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5D813AAE-3B9F-21FA-95B9-CBD6F80E57DA}"/>
              </a:ext>
            </a:extLst>
          </p:cNvPr>
          <p:cNvSpPr txBox="1">
            <a:spLocks/>
          </p:cNvSpPr>
          <p:nvPr/>
        </p:nvSpPr>
        <p:spPr>
          <a:xfrm>
            <a:off x="687549" y="4356100"/>
            <a:ext cx="2076818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5FE99CB3-C543-5212-C2B6-D8E01565503A}"/>
              </a:ext>
            </a:extLst>
          </p:cNvPr>
          <p:cNvSpPr txBox="1">
            <a:spLocks/>
          </p:cNvSpPr>
          <p:nvPr/>
        </p:nvSpPr>
        <p:spPr>
          <a:xfrm>
            <a:off x="3630774" y="4356100"/>
            <a:ext cx="2076818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16BEB40B-1BEE-A21D-D3BE-79B2C975D57A}"/>
              </a:ext>
            </a:extLst>
          </p:cNvPr>
          <p:cNvSpPr txBox="1">
            <a:spLocks/>
          </p:cNvSpPr>
          <p:nvPr/>
        </p:nvSpPr>
        <p:spPr>
          <a:xfrm>
            <a:off x="6516849" y="4356100"/>
            <a:ext cx="2076818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E01569E6-593E-BC39-9E85-17656D65D4FA}"/>
              </a:ext>
            </a:extLst>
          </p:cNvPr>
          <p:cNvSpPr txBox="1">
            <a:spLocks/>
          </p:cNvSpPr>
          <p:nvPr/>
        </p:nvSpPr>
        <p:spPr>
          <a:xfrm>
            <a:off x="9502937" y="4356100"/>
            <a:ext cx="2076818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9DC580-131D-75FB-A6FF-8B8F19953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D8131C-4637-3473-C20E-BA4F59F91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22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26092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63CE-3C36-388B-61B8-F6011820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605247"/>
          </a:xfrm>
        </p:spPr>
        <p:txBody>
          <a:bodyPr/>
          <a:lstStyle/>
          <a:p>
            <a:r>
              <a:rPr lang="en-US" dirty="0"/>
              <a:t>Column chart with text and two stat callouts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 txBox="1">
            <a:spLocks/>
          </p:cNvSpPr>
          <p:nvPr/>
        </p:nvSpPr>
        <p:spPr>
          <a:xfrm>
            <a:off x="6366176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 txBox="1">
            <a:spLocks/>
          </p:cNvSpPr>
          <p:nvPr/>
        </p:nvSpPr>
        <p:spPr>
          <a:xfrm>
            <a:off x="6432794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 txBox="1">
            <a:spLocks/>
          </p:cNvSpPr>
          <p:nvPr/>
        </p:nvSpPr>
        <p:spPr>
          <a:xfrm>
            <a:off x="9318381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 txBox="1">
            <a:spLocks/>
          </p:cNvSpPr>
          <p:nvPr/>
        </p:nvSpPr>
        <p:spPr>
          <a:xfrm>
            <a:off x="9384999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/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 txBox="1">
            <a:spLocks/>
          </p:cNvSpPr>
          <p:nvPr/>
        </p:nvSpPr>
        <p:spPr>
          <a:xfrm>
            <a:off x="6432794" y="1709230"/>
            <a:ext cx="5331640" cy="16140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7DEBBA9-38C0-637D-AE8E-83E87C889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946992"/>
              </p:ext>
            </p:extLst>
          </p:nvPr>
        </p:nvGraphicFramePr>
        <p:xfrm>
          <a:off x="634472" y="1322449"/>
          <a:ext cx="5029728" cy="478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5985" y="6056248"/>
            <a:ext cx="3568700" cy="241240"/>
          </a:xfrm>
        </p:spPr>
        <p:txBody>
          <a:bodyPr/>
          <a:lstStyle/>
          <a:p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23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CA6-088A-146D-5405-5BC96F41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7835900" cy="697392"/>
          </a:xfrm>
        </p:spPr>
        <p:txBody>
          <a:bodyPr/>
          <a:lstStyle/>
          <a:p>
            <a:r>
              <a:rPr lang="en-US" dirty="0"/>
              <a:t>Line chart with two stat callout cards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/>
          <p:nvPr/>
        </p:nvSpPr>
        <p:spPr>
          <a:xfrm>
            <a:off x="6271986" y="3360085"/>
            <a:ext cx="2581975" cy="2656541"/>
          </a:xfrm>
          <a:prstGeom prst="roundRect">
            <a:avLst>
              <a:gd name="adj" fmla="val 6087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 txBox="1">
            <a:spLocks/>
          </p:cNvSpPr>
          <p:nvPr/>
        </p:nvSpPr>
        <p:spPr>
          <a:xfrm>
            <a:off x="6509338" y="3579975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 txBox="1">
            <a:spLocks/>
          </p:cNvSpPr>
          <p:nvPr/>
        </p:nvSpPr>
        <p:spPr>
          <a:xfrm>
            <a:off x="6575956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/>
          <p:nvPr/>
        </p:nvSpPr>
        <p:spPr>
          <a:xfrm>
            <a:off x="9224191" y="3360085"/>
            <a:ext cx="2581975" cy="2656541"/>
          </a:xfrm>
          <a:prstGeom prst="roundRect">
            <a:avLst>
              <a:gd name="adj" fmla="val 4984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 txBox="1">
            <a:spLocks/>
          </p:cNvSpPr>
          <p:nvPr/>
        </p:nvSpPr>
        <p:spPr>
          <a:xfrm>
            <a:off x="9461543" y="3579975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 txBox="1">
            <a:spLocks/>
          </p:cNvSpPr>
          <p:nvPr/>
        </p:nvSpPr>
        <p:spPr>
          <a:xfrm>
            <a:off x="9528161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 txBox="1">
            <a:spLocks/>
          </p:cNvSpPr>
          <p:nvPr/>
        </p:nvSpPr>
        <p:spPr>
          <a:xfrm>
            <a:off x="6261100" y="1955554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9CEB8C-F9CB-AABE-9537-F5DACE6E0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7251419"/>
              </p:ext>
            </p:extLst>
          </p:nvPr>
        </p:nvGraphicFramePr>
        <p:xfrm>
          <a:off x="385834" y="1254715"/>
          <a:ext cx="5534180" cy="5259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C22377-6A13-05D7-1E02-074A373A3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24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6809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D2A5-98BF-6644-E664-52FDC2AD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04600" cy="616178"/>
          </a:xfrm>
        </p:spPr>
        <p:txBody>
          <a:bodyPr/>
          <a:lstStyle/>
          <a:p>
            <a:r>
              <a:rPr lang="en-US" dirty="0"/>
              <a:t>Line chart with text and two stat callouts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 txBox="1">
            <a:spLocks/>
          </p:cNvSpPr>
          <p:nvPr/>
        </p:nvSpPr>
        <p:spPr>
          <a:xfrm>
            <a:off x="6366176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 txBox="1">
            <a:spLocks/>
          </p:cNvSpPr>
          <p:nvPr/>
        </p:nvSpPr>
        <p:spPr>
          <a:xfrm>
            <a:off x="6432794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 txBox="1">
            <a:spLocks/>
          </p:cNvSpPr>
          <p:nvPr/>
        </p:nvSpPr>
        <p:spPr>
          <a:xfrm>
            <a:off x="9318381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 txBox="1">
            <a:spLocks/>
          </p:cNvSpPr>
          <p:nvPr/>
        </p:nvSpPr>
        <p:spPr>
          <a:xfrm>
            <a:off x="9384999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/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 txBox="1">
            <a:spLocks/>
          </p:cNvSpPr>
          <p:nvPr/>
        </p:nvSpPr>
        <p:spPr>
          <a:xfrm>
            <a:off x="6432794" y="1709230"/>
            <a:ext cx="5331640" cy="16140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3FC109C-DE17-239D-DA94-C9C8BEA94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438619"/>
              </p:ext>
            </p:extLst>
          </p:nvPr>
        </p:nvGraphicFramePr>
        <p:xfrm>
          <a:off x="639835" y="1271648"/>
          <a:ext cx="5056376" cy="5024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A3B42E8-D95D-2A62-C083-D42B795A2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3800" y="6279952"/>
            <a:ext cx="3568700" cy="241240"/>
          </a:xfrm>
        </p:spPr>
        <p:txBody>
          <a:bodyPr/>
          <a:lstStyle/>
          <a:p>
            <a:endParaRPr lang="en-US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872BE-BC27-5A5B-4EE0-6DC41C826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25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1842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0CA52547-020D-99FE-7808-E009E93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Chart with three cards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/>
          <p:nvPr/>
        </p:nvSpPr>
        <p:spPr>
          <a:xfrm>
            <a:off x="6264413" y="393700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 txBox="1">
            <a:spLocks/>
          </p:cNvSpPr>
          <p:nvPr/>
        </p:nvSpPr>
        <p:spPr>
          <a:xfrm>
            <a:off x="6561648" y="688632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/>
          <p:nvPr/>
        </p:nvSpPr>
        <p:spPr>
          <a:xfrm>
            <a:off x="6264412" y="438153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 txBox="1">
            <a:spLocks/>
          </p:cNvSpPr>
          <p:nvPr/>
        </p:nvSpPr>
        <p:spPr>
          <a:xfrm>
            <a:off x="6561647" y="467646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2A243F-0816-2E7E-47DA-72090C074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09529"/>
              </p:ext>
            </p:extLst>
          </p:nvPr>
        </p:nvGraphicFramePr>
        <p:xfrm>
          <a:off x="408690" y="1054100"/>
          <a:ext cx="5124182" cy="5452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58DFF-75F8-2885-5AD9-7156F19CF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26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BCF352E-C038-9ECA-176C-6058A2F0E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8F52456-F75C-B2FE-6F65-55BF4CD098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Chart with three cards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E05F47-53A6-3CEE-01B6-6470AD4BB153}"/>
              </a:ext>
            </a:extLst>
          </p:cNvPr>
          <p:cNvGraphicFramePr/>
          <p:nvPr/>
        </p:nvGraphicFramePr>
        <p:xfrm>
          <a:off x="408690" y="1054100"/>
          <a:ext cx="5124182" cy="5452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83A7E-FB02-6980-1ACB-51927A1B2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5B219-39E0-D9D9-5794-FED4436FF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27</a:t>
            </a:fld>
            <a:endParaRPr lang="en-US" sz="1100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D66C1A3-C10E-0D18-1C38-9DD84D5C92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2754522"/>
              </p:ext>
            </p:extLst>
          </p:nvPr>
        </p:nvGraphicFramePr>
        <p:xfrm>
          <a:off x="6543094" y="1054100"/>
          <a:ext cx="5131647" cy="545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B53FAB-8388-CC4F-6D6A-4244FED673AB}"/>
              </a:ext>
            </a:extLst>
          </p:cNvPr>
          <p:cNvCxnSpPr>
            <a:cxnSpLocks/>
          </p:cNvCxnSpPr>
          <p:nvPr/>
        </p:nvCxnSpPr>
        <p:spPr>
          <a:xfrm>
            <a:off x="6096000" y="-123568"/>
            <a:ext cx="0" cy="712984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52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8F0C-BADB-C0D8-10DE-FF8B011F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9448800" cy="1047491"/>
          </a:xfrm>
        </p:spPr>
        <p:txBody>
          <a:bodyPr/>
          <a:lstStyle/>
          <a:p>
            <a:r>
              <a:rPr lang="en-US" dirty="0"/>
              <a:t>Four stat cards with descriptions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/>
          <p:nvPr/>
        </p:nvSpPr>
        <p:spPr>
          <a:xfrm>
            <a:off x="393700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 txBox="1">
            <a:spLocks/>
          </p:cNvSpPr>
          <p:nvPr/>
        </p:nvSpPr>
        <p:spPr>
          <a:xfrm>
            <a:off x="631052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7670" y="4782848"/>
            <a:ext cx="2066698" cy="61595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/>
          <p:nvPr/>
        </p:nvSpPr>
        <p:spPr>
          <a:xfrm>
            <a:off x="3345905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 txBox="1">
            <a:spLocks/>
          </p:cNvSpPr>
          <p:nvPr/>
        </p:nvSpPr>
        <p:spPr>
          <a:xfrm>
            <a:off x="3583257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Content Placeholder 15">
            <a:extLst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 txBox="1">
            <a:spLocks/>
          </p:cNvSpPr>
          <p:nvPr/>
        </p:nvSpPr>
        <p:spPr>
          <a:xfrm>
            <a:off x="3649875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/>
          <p:nvPr/>
        </p:nvSpPr>
        <p:spPr>
          <a:xfrm>
            <a:off x="6271986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 txBox="1">
            <a:spLocks/>
          </p:cNvSpPr>
          <p:nvPr/>
        </p:nvSpPr>
        <p:spPr>
          <a:xfrm>
            <a:off x="6509338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 txBox="1">
            <a:spLocks/>
          </p:cNvSpPr>
          <p:nvPr/>
        </p:nvSpPr>
        <p:spPr>
          <a:xfrm>
            <a:off x="6575956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/>
          <p:nvPr/>
        </p:nvSpPr>
        <p:spPr>
          <a:xfrm>
            <a:off x="9224191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 txBox="1">
            <a:spLocks/>
          </p:cNvSpPr>
          <p:nvPr/>
        </p:nvSpPr>
        <p:spPr>
          <a:xfrm>
            <a:off x="9461543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 txBox="1">
            <a:spLocks/>
          </p:cNvSpPr>
          <p:nvPr/>
        </p:nvSpPr>
        <p:spPr>
          <a:xfrm>
            <a:off x="9528161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 txBox="1">
            <a:spLocks/>
          </p:cNvSpPr>
          <p:nvPr/>
        </p:nvSpPr>
        <p:spPr>
          <a:xfrm>
            <a:off x="6258427" y="193889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 txBox="1">
            <a:spLocks/>
          </p:cNvSpPr>
          <p:nvPr/>
        </p:nvSpPr>
        <p:spPr>
          <a:xfrm>
            <a:off x="391027" y="193889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28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627943"/>
          </a:xfrm>
        </p:spPr>
        <p:txBody>
          <a:bodyPr/>
          <a:lstStyle/>
          <a:p>
            <a:r>
              <a:rPr lang="en-US" dirty="0"/>
              <a:t>Topic description and three large stat cards layout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7200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34%</a:t>
            </a:r>
            <a:endParaRPr lang="en-US" sz="7200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56%</a:t>
            </a:r>
            <a:endParaRPr lang="en-US" sz="7200" dirty="0"/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29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C3FD-A185-194F-E4BF-26019474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8"/>
            <a:ext cx="7493001" cy="1040291"/>
          </a:xfrm>
        </p:spPr>
        <p:txBody>
          <a:bodyPr/>
          <a:lstStyle/>
          <a:p>
            <a:r>
              <a:rPr lang="en-US" dirty="0"/>
              <a:t>Six stat cards layout with description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/>
          <p:nvPr/>
        </p:nvSpPr>
        <p:spPr>
          <a:xfrm>
            <a:off x="393700" y="4140200"/>
            <a:ext cx="2334563" cy="1882398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/>
          <p:nvPr/>
        </p:nvSpPr>
        <p:spPr>
          <a:xfrm>
            <a:off x="2968634" y="4140200"/>
            <a:ext cx="2334563" cy="1882398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/>
          <p:nvPr/>
        </p:nvSpPr>
        <p:spPr>
          <a:xfrm>
            <a:off x="5543569" y="4140200"/>
            <a:ext cx="2334563" cy="1882398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 txBox="1">
            <a:spLocks/>
          </p:cNvSpPr>
          <p:nvPr/>
        </p:nvSpPr>
        <p:spPr>
          <a:xfrm>
            <a:off x="8232273" y="2159000"/>
            <a:ext cx="3568700" cy="3863597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 txBox="1">
            <a:spLocks/>
          </p:cNvSpPr>
          <p:nvPr/>
        </p:nvSpPr>
        <p:spPr>
          <a:xfrm>
            <a:off x="565150" y="434717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Content Placeholder 9">
            <a:extLst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 txBox="1">
            <a:spLocks/>
          </p:cNvSpPr>
          <p:nvPr/>
        </p:nvSpPr>
        <p:spPr>
          <a:xfrm>
            <a:off x="656590" y="525092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Content Placeholder 9">
            <a:extLst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 txBox="1">
            <a:spLocks/>
          </p:cNvSpPr>
          <p:nvPr/>
        </p:nvSpPr>
        <p:spPr>
          <a:xfrm>
            <a:off x="3172795" y="434717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Content Placeholder 9">
            <a:extLst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 txBox="1">
            <a:spLocks/>
          </p:cNvSpPr>
          <p:nvPr/>
        </p:nvSpPr>
        <p:spPr>
          <a:xfrm>
            <a:off x="3264235" y="525092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 txBox="1">
            <a:spLocks/>
          </p:cNvSpPr>
          <p:nvPr/>
        </p:nvSpPr>
        <p:spPr>
          <a:xfrm>
            <a:off x="5771616" y="434717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Content Placeholder 9">
            <a:extLst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 txBox="1">
            <a:spLocks/>
          </p:cNvSpPr>
          <p:nvPr/>
        </p:nvSpPr>
        <p:spPr>
          <a:xfrm>
            <a:off x="5863056" y="525092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/>
          <p:nvPr/>
        </p:nvSpPr>
        <p:spPr>
          <a:xfrm>
            <a:off x="393700" y="2025650"/>
            <a:ext cx="2334563" cy="1882398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/>
          <p:nvPr/>
        </p:nvSpPr>
        <p:spPr>
          <a:xfrm>
            <a:off x="2968634" y="2025650"/>
            <a:ext cx="2334563" cy="1882398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/>
          <p:nvPr/>
        </p:nvSpPr>
        <p:spPr>
          <a:xfrm>
            <a:off x="5543569" y="2025650"/>
            <a:ext cx="2334563" cy="1882398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 txBox="1">
            <a:spLocks/>
          </p:cNvSpPr>
          <p:nvPr/>
        </p:nvSpPr>
        <p:spPr>
          <a:xfrm>
            <a:off x="565150" y="223262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 txBox="1">
            <a:spLocks/>
          </p:cNvSpPr>
          <p:nvPr/>
        </p:nvSpPr>
        <p:spPr>
          <a:xfrm>
            <a:off x="656590" y="313637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 txBox="1">
            <a:spLocks/>
          </p:cNvSpPr>
          <p:nvPr/>
        </p:nvSpPr>
        <p:spPr>
          <a:xfrm>
            <a:off x="3172795" y="223262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 txBox="1">
            <a:spLocks/>
          </p:cNvSpPr>
          <p:nvPr/>
        </p:nvSpPr>
        <p:spPr>
          <a:xfrm>
            <a:off x="3264235" y="313637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 txBox="1">
            <a:spLocks/>
          </p:cNvSpPr>
          <p:nvPr/>
        </p:nvSpPr>
        <p:spPr>
          <a:xfrm>
            <a:off x="5771616" y="223262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 txBox="1">
            <a:spLocks/>
          </p:cNvSpPr>
          <p:nvPr/>
        </p:nvSpPr>
        <p:spPr>
          <a:xfrm>
            <a:off x="5863056" y="313637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DD23EE5-5C87-3C71-2A21-882A4B849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30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3ED39-9B33-391D-3683-E2E62DBA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37" y="1681498"/>
            <a:ext cx="9448800" cy="2491490"/>
          </a:xfrm>
        </p:spPr>
        <p:txBody>
          <a:bodyPr>
            <a:noAutofit/>
          </a:bodyPr>
          <a:lstStyle/>
          <a:p>
            <a:r>
              <a:rPr lang="en-US" sz="6800" dirty="0">
                <a:solidFill>
                  <a:schemeClr val="accent3"/>
                </a:solidFill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5346700"/>
            <a:ext cx="3568700" cy="706865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accent3"/>
                </a:solidFill>
              </a:rPr>
              <a:t>Meeting details </a:t>
            </a:r>
          </a:p>
          <a:p>
            <a:r>
              <a:rPr lang="en-US" sz="1800" dirty="0">
                <a:solidFill>
                  <a:schemeClr val="accent3"/>
                </a:solidFill>
              </a:rPr>
              <a:t>Meeting details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 txBox="1">
            <a:spLocks/>
          </p:cNvSpPr>
          <p:nvPr/>
        </p:nvSpPr>
        <p:spPr>
          <a:xfrm>
            <a:off x="393700" y="392241"/>
            <a:ext cx="55372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F5FE">
                    <a:alpha val="50000"/>
                  </a:srgbClr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Office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</TotalTime>
  <Words>3742</Words>
  <Application>Microsoft Macintosh PowerPoint</Application>
  <PresentationFormat>Widescreen</PresentationFormat>
  <Paragraphs>408</Paragraphs>
  <Slides>31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Helvetica Neue</vt:lpstr>
      <vt:lpstr>Helvetica Neue Medium</vt:lpstr>
      <vt:lpstr>Office Sans</vt:lpstr>
      <vt:lpstr>Default Office Theme</vt:lpstr>
      <vt:lpstr>Weekly Business Operating Review</vt:lpstr>
      <vt:lpstr>Weekly operating review</vt:lpstr>
      <vt:lpstr>High-level business update and priorities. ipsum dolor sit amet, consectetur adipiscing elit. Pellentesque ultricies quam ut massa luctus cursus. </vt:lpstr>
      <vt:lpstr>Three column layout</vt:lpstr>
      <vt:lpstr>Three column layout</vt:lpstr>
      <vt:lpstr>Four points grid layout </vt:lpstr>
      <vt:lpstr>One column with large side checklist</vt:lpstr>
      <vt:lpstr>Intro with four topics</vt:lpstr>
      <vt:lpstr>One column layout with checklist </vt:lpstr>
      <vt:lpstr>Intro and 2x2 card grid</vt:lpstr>
      <vt:lpstr>Four column layout with eight topics</vt:lpstr>
      <vt:lpstr>Three card layout</vt:lpstr>
      <vt:lpstr>Three card layout</vt:lpstr>
      <vt:lpstr>Six feature layout with icons</vt:lpstr>
      <vt:lpstr>One column layout</vt:lpstr>
      <vt:lpstr>Four quote callout boxes with details </vt:lpstr>
      <vt:lpstr>Intro with two comparison cards</vt:lpstr>
      <vt:lpstr>Intro and data table</vt:lpstr>
      <vt:lpstr>Gantt chart over time</vt:lpstr>
      <vt:lpstr>Timeline with three text only milestones</vt:lpstr>
      <vt:lpstr>Timeline with three card milestones</vt:lpstr>
      <vt:lpstr>Four column card layout with details</vt:lpstr>
      <vt:lpstr>Column chart with text and two stat callouts</vt:lpstr>
      <vt:lpstr>Line chart with two stat callout cards</vt:lpstr>
      <vt:lpstr>Line chart with text and two stat callouts</vt:lpstr>
      <vt:lpstr>Chart with three cards</vt:lpstr>
      <vt:lpstr>Chart with three cards</vt:lpstr>
      <vt:lpstr>Four stat cards with descriptions</vt:lpstr>
      <vt:lpstr>Topic description and three large stat cards layout</vt:lpstr>
      <vt:lpstr>Six stat cards layout with description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