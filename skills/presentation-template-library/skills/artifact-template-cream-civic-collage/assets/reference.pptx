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713601e1c2f4d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d76941c9023026e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cc43b9bdb244b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F0523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376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717"/>
                </a:solidFill>
                <a:latin typeface="Arial"/>
                <a:ea typeface="Arial"/>
              </a:rPr>
              <a:t>Cream Civic Collage: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F0523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D7"/>
          </a:solidFill>
          <a:ln xmlns:a="http://schemas.openxmlformats.org/drawingml/2006/main" w="0">
            <a:solidFill>
              <a:srgbClr val="2E5ED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2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2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6941c9023026e2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0523B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c43b9bdb244bec"/>
          </a:graphicData>
        </a:graphic>
      </p:graphicFrame>
      <p:sp>
        <p:nvSpPr>
          <p:cNvPr id="2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F0523B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2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2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717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37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3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