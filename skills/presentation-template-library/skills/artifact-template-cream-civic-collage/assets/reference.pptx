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1dde39167e640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d76941c9023026e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717"/>
                </a:solidFill>
                <a:latin typeface="Arial"/>
                <a:ea typeface="Arial"/>
              </a:rPr>
              <a:t>Cream Civic Collage: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F0523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D7"/>
          </a:solidFill>
          <a:ln xmlns:a="http://schemas.openxmlformats.org/drawingml/2006/main" w="0">
            <a:solidFill>
              <a:srgbClr val="2E5ED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2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2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6941c9023026e2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0523B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254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254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717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F0523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1717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F0523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717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376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717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37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CE"/>
          </a:solidFill>
          <a:ln xmlns:a="http://schemas.openxmlformats.org/drawingml/2006/main" w="0">
            <a:solidFill>
              <a:srgbClr val="F2E6C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523B"/>
          </a:solidFill>
          <a:ln xmlns:a="http://schemas.openxmlformats.org/drawingml/2006/main" w="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8376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REAM CIVIC COLLAG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0523B"/>
                </a:solidFill>
                <a:latin typeface="Arial"/>
                <a:ea typeface="Arial"/>
              </a:rPr>
              <a:t>CREAM CIVIC COLLAGE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717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37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37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0523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3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523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0523B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376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37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