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bbc173001454c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d76941c9023026e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5a255156d3dc4f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F0523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98376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1717"/>
                </a:solidFill>
                <a:latin typeface="Arial"/>
                <a:ea typeface="Arial"/>
              </a:rPr>
              <a:t>Cream Civic Collage: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F0523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shape"/>
          <p:cNvSpPr/>
          <p:nvPr/>
        </p:nvSpPr>
        <p:spPr>
          <a:xfrm xmlns:a="http://schemas.openxmlformats.org/drawingml/2006/main">
            <a:off x="11430000" y="2000250"/>
            <a:ext cx="2095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shape-two"/>
          <p:cNvSpPr/>
          <p:nvPr/>
        </p:nvSpPr>
        <p:spPr>
          <a:xfrm xmlns:a="http://schemas.openxmlformats.org/drawingml/2006/main">
            <a:off x="12096750" y="2743200"/>
            <a:ext cx="209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D7"/>
          </a:solidFill>
          <a:ln xmlns:a="http://schemas.openxmlformats.org/drawingml/2006/main" w="0">
            <a:solidFill>
              <a:srgbClr val="2E5ED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2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2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6941c9023026e2_1"/>
          <a:srcRect xmlns:a="http://schemas.openxmlformats.org/drawingml/2006/main" l="6250" t="0" r="6250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0523B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255156d3dc4ff0"/>
          </a:graphicData>
        </a:graphic>
      </p:graphicFrame>
      <p:sp>
        <p:nvSpPr>
          <p:cNvPr id="2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F0523B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2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2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2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3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2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2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2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2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3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3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3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3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3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1717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3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0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1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42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717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43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376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4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3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