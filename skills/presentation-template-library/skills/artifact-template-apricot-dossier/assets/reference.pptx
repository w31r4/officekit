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eb48b278ecd40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e9a9d799668dd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ff1582c14d42a1a7_1" /><Relationship Type="http://schemas.openxmlformats.org/officeDocument/2006/relationships/chart" Target="/ppt/slides/charts/chart1.xml" Id="R3cdc98a499854d67" /><Relationship Type="http://schemas.openxmlformats.org/officeDocument/2006/relationships/chart" Target="/ppt/slides/charts/chart2.xml" Id="Rbdd54bce0a8549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9df32179333a9f3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2930549abca3ae0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e9a9d799668dd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dc98a499854d67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d54bce0a854984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94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APRICOT DOSSIER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0201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0201E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