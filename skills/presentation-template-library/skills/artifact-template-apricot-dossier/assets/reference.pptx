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fa1de325b304a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ff1582c14d42a1a7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Relationship Type="http://schemas.openxmlformats.org/officeDocument/2006/relationships/chart" Target="/ppt/slides/charts/chart1.xml" Id="Rad8289ddccb744b6" /><Relationship Type="http://schemas.openxmlformats.org/officeDocument/2006/relationships/chart" Target="/ppt/slides/charts/chart2.xml" Id="Rfa235bcb049d44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7b73f8fac40549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e4bd683f73b7a543_1" /><Relationship Type="http://schemas.openxmlformats.org/officeDocument/2006/relationships/chart" Target="/ppt/slides/charts/chart3.xml" Id="R6b82cd65f5e442e5" /><Relationship Type="http://schemas.openxmlformats.org/officeDocument/2006/relationships/chart" Target="/ppt/slides/charts/chart4.xml" Id="R5883bf2a9db24d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ff1582c14d42a1a7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apricot-dossier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8289ddccb744b6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235bcb049d446f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graphicFrame>
        <p:nvGraphicFramePr>
          <p:cNvPr id="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82cd65f5e442e5"/>
          </a:graphicData>
        </a:graphic>
      </p:graphicFrame>
      <p:graphicFrame>
        <p:nvGraphicFramePr>
          <p:cNvPr id="1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83bf2a9db24d23"/>
          </a:graphicData>
        </a:graphic>
      </p:graphicFrame>
      <p:sp>
        <p:nvSpPr>
          <p:cNvPr id="1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1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