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9eeec05c51241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60725ec97288f3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ff039bf2f181c5d1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34485ca5b8a9e954_1" /><Relationship Type="http://schemas.openxmlformats.org/officeDocument/2006/relationships/chart" Target="/ppt/slides/charts/chart1.xml" Id="Ra953169a114f438e" /><Relationship Type="http://schemas.openxmlformats.org/officeDocument/2006/relationships/chart" Target="/ppt/slides/charts/chart2.xml" Id="Rc6b87e3b21dc4f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a5c00489db854fa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e56ecbe4d29b219f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7acdacea277813e8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260725ec97288f3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039bf2f181c5d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4485ca5b8a9e954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53169a114f438e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b87e3b21dc4fe6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5c00489db854fa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e56ecbe4d29b219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94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APRICOT DOSSIER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0201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0201E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