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f8019b549554f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e4bd683f73b7a543_1" /><Relationship Type="http://schemas.openxmlformats.org/officeDocument/2006/relationships/chart" Target="/ppt/slides/charts/chart1.xml" Id="Ra5134823f24a419b" /><Relationship Type="http://schemas.openxmlformats.org/officeDocument/2006/relationships/chart" Target="/ppt/slides/charts/chart2.xml" Id="Rfdb9ab91610b46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Relationship Type="http://schemas.openxmlformats.org/officeDocument/2006/relationships/chart" Target="/ppt/slides/charts/chart3.xml" Id="R3d03f784ac384288" /><Relationship Type="http://schemas.openxmlformats.org/officeDocument/2006/relationships/chart" Target="/ppt/slides/charts/chart4.xml" Id="R0cb956b331324a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e4bd683f73b7a54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493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apricot-dossier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100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01E"/>
                </a:solidFill>
                <a:latin typeface="Arial"/>
                <a:ea typeface="Arial"/>
              </a:rPr>
              <a:t>Apricot Dossier: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63A42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01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20201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2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3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134823f24a419b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b9ab91610b46ae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0201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0201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1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1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1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2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2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2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graphicFrame>
        <p:nvGraphicFramePr>
          <p:cNvPr id="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03f784ac384288"/>
          </a:graphicData>
        </a:graphic>
      </p:graphicFrame>
      <p:graphicFrame>
        <p:nvGraphicFramePr>
          <p:cNvPr id="1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b956b331324a2d"/>
          </a:graphicData>
        </a:graphic>
      </p:graphicFrame>
      <p:sp>
        <p:nvSpPr>
          <p:cNvPr id="1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1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