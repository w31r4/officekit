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d4ccf4a9c3449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191A"/>
                </a:solidFill>
                <a:latin typeface="Arial"/>
                <a:ea typeface="Arial"/>
              </a:rPr>
              <a:t>Rice Paper Yearbook: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B64B0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91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2B64B0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9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10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7191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12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3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7191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5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6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191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18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20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7191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21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EVOLUTION / TRANSITION</a:t>
            </a:r>
            <a:endParaRPr lang="en-US"/>
          </a:p>
        </p:txBody>
      </p:sp>
      <p:sp>
        <p:nvSpPr>
          <p:cNvPr id="9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254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2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91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3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4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254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91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254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91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1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2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254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4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91A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5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6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254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05</a:t>
            </a:r>
            <a:endParaRPr lang="en-US"/>
          </a:p>
        </p:txBody>
      </p:sp>
      <p:sp>
        <p:nvSpPr>
          <p:cNvPr id="28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17191A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29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Repeat what held</a:t>
            </a:r>
            <a:endParaRPr lang="en-US"/>
          </a:p>
        </p:txBody>
      </p:sp>
      <p:sp>
        <p:nvSpPr>
          <p:cNvPr id="30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B64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31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17191A"/>
                </a:solidFill>
                <a:latin typeface="Arial"/>
                <a:ea typeface="Arial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32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91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91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B64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191A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91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91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