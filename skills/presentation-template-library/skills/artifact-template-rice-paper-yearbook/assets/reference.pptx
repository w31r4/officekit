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8c6b061e3a647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7191A"/>
                </a:solidFill>
                <a:latin typeface="Arial"/>
                <a:ea typeface="Arial"/>
              </a:rPr>
              <a:t>Rice Paper Yearbook: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B64B0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2B64B0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9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10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12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3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7191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5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6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7191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18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20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7191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21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91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91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B64B0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91A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883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91A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38100">
            <a:solidFill>
              <a:srgbClr val="17191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7191A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883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B64B0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191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8883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3"/>
          </a:solidFill>
          <a:ln xmlns:a="http://schemas.openxmlformats.org/drawingml/2006/main" w="0">
            <a:solidFill>
              <a:srgbClr val="F3EFE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RICE PAPER YEARBOOK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4B0"/>
                </a:solidFill>
                <a:latin typeface="Arial"/>
                <a:ea typeface="Arial"/>
              </a:rPr>
              <a:t>RICE PAPER YEARBOOK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191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883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91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88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B64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91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91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4B0"/>
          </a:solidFill>
          <a:ln xmlns:a="http://schemas.openxmlformats.org/drawingml/2006/main" w="0">
            <a:solidFill>
              <a:srgbClr val="2B64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883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