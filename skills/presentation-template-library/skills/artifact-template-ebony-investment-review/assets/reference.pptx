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b021e5673e345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C1A19"/>
                </a:solidFill>
                <a:latin typeface="Arial"/>
                <a:ea typeface="Arial"/>
              </a:rPr>
              <a:t>Ebony Investment Review: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1836F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31836F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C1A19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C1A19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C1A19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C1A19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C1A19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