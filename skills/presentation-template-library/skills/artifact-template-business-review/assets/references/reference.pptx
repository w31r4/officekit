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6"/>
  </p:notesMasterIdLst>
  <p:sldIdLst>
    <p:sldId id="256" r:id="rId2"/>
    <p:sldId id="366" r:id="rId3"/>
    <p:sldId id="286" r:id="rId4"/>
    <p:sldId id="394" r:id="rId5"/>
    <p:sldId id="397" r:id="rId6"/>
    <p:sldId id="358" r:id="rId7"/>
    <p:sldId id="378" r:id="rId8"/>
    <p:sldId id="363" r:id="rId9"/>
    <p:sldId id="360" r:id="rId10"/>
    <p:sldId id="353" r:id="rId11"/>
    <p:sldId id="398" r:id="rId12"/>
    <p:sldId id="337" r:id="rId13"/>
    <p:sldId id="317" r:id="rId14"/>
    <p:sldId id="399" r:id="rId15"/>
  </p:sldIdLst>
  <p:sldSz cx="12192000" cy="6858000"/>
  <p:notesSz cx="6858000" cy="9144000"/>
  <p:embeddedFontLst>
    <p:embeddedFont>
      <p:font typeface="Lora Medium" pitchFamily="2" charset="77"/>
      <p:regular r:id="rId17"/>
      <p:italic r:id="rId18"/>
    </p:embeddedFont>
    <p:embeddedFont>
      <p:font typeface="Lora SemiBold" pitchFamily="2" charset="77"/>
      <p:regular r:id="rId19"/>
      <p:bold r:id="rId20"/>
      <p:italic r:id="rId21"/>
      <p:boldItalic r:id="rId22"/>
    </p:embeddedFont>
    <p:embeddedFont>
      <p:font typeface="Office Sans" panose="020B0004030202060203" pitchFamily="34"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edium" panose="02000000000000000000" pitchFamily="2" charset="0"/>
      <p:regular r:id="rId31"/>
      <p:italic r:id="rId32"/>
    </p:embeddedFont>
    <p:embeddedFont>
      <p:font typeface="Roboto SemiBold" panose="02000000000000000000" pitchFamily="2" charset="0"/>
      <p:regular r:id="rId33"/>
      <p:bold r:id="rId34"/>
      <p:italic r:id="rId35"/>
      <p:boldItalic r:id="rId36"/>
    </p:embeddedFont>
    <p:embeddedFont>
      <p:font typeface="Roboto Serif 14pt" pitchFamily="2" charset="77"/>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4658"/>
  </p:normalViewPr>
  <p:slideViewPr>
    <p:cSldViewPr snapToGrid="0">
      <p:cViewPr varScale="1">
        <p:scale>
          <a:sx n="116" d="100"/>
          <a:sy n="116" d="100"/>
        </p:scale>
        <p:origin x="102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2.2000000000000002</c:v>
                </c:pt>
                <c:pt idx="2">
                  <c:v>3.5</c:v>
                </c:pt>
                <c:pt idx="3">
                  <c:v>5.8</c:v>
                </c:pt>
              </c:numCache>
            </c:numRef>
          </c:val>
          <c:extLst>
            <c:ext xmlns:c16="http://schemas.microsoft.com/office/drawing/2014/char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extLst>
            <c:ext xmlns:c16="http://schemas.microsoft.com/office/drawing/2014/char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2.2000000000000002</c:v>
                </c:pt>
                <c:pt idx="2">
                  <c:v>3.5</c:v>
                </c:pt>
                <c:pt idx="3">
                  <c:v>5.8</c:v>
                </c:pt>
              </c:numCache>
            </c:numRef>
          </c:val>
          <c:extLst>
            <c:ext xmlns:c16="http://schemas.microsoft.com/office/drawing/2014/char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extLst>
            <c:ext xmlns:c16="http://schemas.microsoft.com/office/drawing/2014/char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3596334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2</a:t>
            </a:fld>
            <a:endParaRPr lang="en-US"/>
          </a:p>
        </p:txBody>
      </p:sp>
    </p:spTree>
    <p:extLst>
      <p:ext uri="{BB962C8B-B14F-4D97-AF65-F5344CB8AC3E}">
        <p14:creationId xmlns:p14="http://schemas.microsoft.com/office/powerpoint/2010/main" val="3561787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FB72F921-54D6-E907-7BBA-A2D08F3DCA86}"/>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DBDF75A-5C6A-7C74-D0A7-94385DBCAC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E2C6E797-3671-7C12-6FF8-CDD9BCC4D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696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30C862B-049F-B436-7F35-91EE3D911DCC}"/>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EF9CC9C-1F90-C4AD-F667-199F86F685D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58CD0644-321E-6D30-5913-BFF9A2B8E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0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B30B3C1-D818-E0F9-1E40-85E862088E8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33E18C8F-F2F8-56EA-C905-4B0E377B0BE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25ECFD9E-E6AC-EBEE-FC82-79604D288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4431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CFF8FD1-F32C-FBBD-584A-C36FE0DF491E}"/>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C2432F26-92DC-62C8-ED09-AB1B1F5F551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3E256758-F923-3503-0236-6FA20A85D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70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A5A6CCB-F299-ADEB-D492-5FE3101CBB0B}"/>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6137CCB-04A6-5F38-95AD-985416E1A47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091A5E6-876C-B5D0-B6CE-ECBD1EA86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1533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D2FA91CC-0B77-6DA0-1482-7083FF9F63F7}"/>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F79B991-DA38-9CBA-D34B-4F082108B2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FA8076AB-FD4D-6EBD-3F87-066813F80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0285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067008F-DEAC-B8F4-2359-205F6F195BA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D0E8783A-C49B-DC37-27A0-5B583D55093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12AD1EB6-38FE-E70D-9542-BC488087E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4995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71054682-DD96-8E88-C2CA-AB1496CA8B1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4203AA1-1C05-EDFC-35F9-DD3970DA60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F80D632-F012-4540-2F11-B1545774C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6200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660624CF-871F-6C1A-3A40-064D7581713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517905A2-2B1F-6EBD-F467-D5DA4CFF57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836FD638-E9DC-1F2D-C7CC-0F9E5672A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4251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D84C-D0F8-BA3C-FB72-70B27535F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D9C57-F2D4-0074-5E69-DF23767A5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C5DF4-FB2A-E8CB-7686-BDF529D24F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AF5558-A05B-DB2E-9D41-A1A56C32A34D}"/>
              </a:ext>
            </a:extLst>
          </p:cNvPr>
          <p:cNvSpPr>
            <a:spLocks noGrp="1"/>
          </p:cNvSpPr>
          <p:nvPr>
            <p:ph type="sldNum" sz="quarter" idx="5"/>
          </p:nvPr>
        </p:nvSpPr>
        <p:spPr/>
        <p:txBody>
          <a:bodyPr/>
          <a:lstStyle/>
          <a:p>
            <a:fld id="{F9AAA0A2-FFE2-354C-9768-C35E42B6251D}" type="slidenum">
              <a:rPr lang="en-US" smtClean="0"/>
              <a:t>14</a:t>
            </a:fld>
            <a:endParaRPr lang="en-US"/>
          </a:p>
        </p:txBody>
      </p:sp>
    </p:spTree>
    <p:extLst>
      <p:ext uri="{BB962C8B-B14F-4D97-AF65-F5344CB8AC3E}">
        <p14:creationId xmlns:p14="http://schemas.microsoft.com/office/powerpoint/2010/main" val="420662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latin typeface="Lora SemiBold"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699" y="6279294"/>
            <a:ext cx="8129411"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294"/>
            <a:ext cx="87051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294"/>
            <a:ext cx="74930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699" y="6279294"/>
            <a:ext cx="846664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699" y="6279294"/>
            <a:ext cx="736176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294"/>
            <a:ext cx="75875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294"/>
            <a:ext cx="75311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b="1" i="0" kern="1200">
          <a:solidFill>
            <a:schemeClr val="tx1"/>
          </a:solidFill>
          <a:latin typeface="Lora SemiBold" pitchFamily="2" charset="77"/>
          <a:ea typeface="+mj-ea"/>
          <a:cs typeface="Roboto Serif 14pt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anchor="t">
            <a:noAutofit/>
          </a:bodyPr>
          <a:lstStyle/>
          <a:p>
            <a:r>
              <a:rPr lang="en-US" sz="5500" dirty="0">
                <a:solidFill>
                  <a:schemeClr val="accent1"/>
                </a:solidFill>
                <a:latin typeface="Lora Medium" pitchFamily="2" charset="77"/>
                <a:cs typeface="Roboto Serif 14pt" pitchFamily="2" charset="77"/>
              </a:rPr>
              <a:t>Enterprise Quarterly Business Review</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noFill/>
        </p:spPr>
        <p:txBody>
          <a:bodyPr>
            <a:noAutofit/>
          </a:bodyPr>
          <a:lstStyle/>
          <a:p>
            <a:pPr>
              <a:lnSpc>
                <a:spcPct val="120000"/>
              </a:lnSpc>
            </a:pPr>
            <a:r>
              <a:rPr lang="en-US" sz="1400" dirty="0">
                <a:solidFill>
                  <a:schemeClr val="accent2">
                    <a:lumMod val="50000"/>
                  </a:schemeClr>
                </a:solidFill>
              </a:rPr>
              <a:t>A structured review of Q1 2025 performance, strategic outcomes, and the operational plan for Q2. This deck covers our scorecard against targets, key initiatives delivered, value created, critical learnings, and the decisions needed to accelerate execution in the next quarter.</a:t>
            </a:r>
          </a:p>
        </p:txBody>
      </p:sp>
      <p:sp>
        <p:nvSpPr>
          <p:cNvPr id="6" name="Subtitle 4">
            <a:extLst>
              <a:ext uri="{FF2B5EF4-FFF2-40B4-BE49-F238E27FC236}">
                <a16:creationId xmlns:a16="http://schemas.microsoft.com/office/drawing/2014/main" id="{C66AB198-0518-67DE-AB81-D65264FDA20F}"/>
              </a:ext>
            </a:extLst>
          </p:cNvPr>
          <p:cNvSpPr txBox="1">
            <a:spLocks/>
          </p:cNvSpPr>
          <p:nvPr/>
        </p:nvSpPr>
        <p:spPr>
          <a:xfrm>
            <a:off x="603018" y="4606175"/>
            <a:ext cx="6304556" cy="320279"/>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solidFill>
                  <a:schemeClr val="accent1"/>
                </a:solidFill>
                <a:latin typeface="Roboto SemiBold" panose="02000000000000000000" pitchFamily="2" charset="0"/>
                <a:ea typeface="Roboto SemiBold" panose="02000000000000000000" pitchFamily="2" charset="0"/>
              </a:rPr>
              <a:t>Q3 2026</a:t>
            </a:r>
          </a:p>
        </p:txBody>
      </p:sp>
      <p:sp>
        <p:nvSpPr>
          <p:cNvPr id="10" name="Subtitle 4">
            <a:extLst>
              <a:ext uri="{FF2B5EF4-FFF2-40B4-BE49-F238E27FC236}">
                <a16:creationId xmlns:a16="http://schemas.microsoft.com/office/drawing/2014/main" id="{CC2E0538-5645-7BC8-CF3A-FDF31FD97820}"/>
              </a:ext>
            </a:extLst>
          </p:cNvPr>
          <p:cNvSpPr txBox="1">
            <a:spLocks/>
          </p:cNvSpPr>
          <p:nvPr/>
        </p:nvSpPr>
        <p:spPr>
          <a:xfrm>
            <a:off x="603018" y="555606"/>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2">
                    <a:lumMod val="90000"/>
                  </a:schemeClr>
                </a:solidFill>
                <a:latin typeface="Roboto Medium" panose="02000000000000000000" pitchFamily="2" charset="0"/>
                <a:ea typeface="Roboto Medium" panose="02000000000000000000" pitchFamily="2" charset="0"/>
              </a:rPr>
              <a:t>Company or team name</a:t>
            </a:r>
          </a:p>
        </p:txBody>
      </p:sp>
      <p:cxnSp>
        <p:nvCxnSpPr>
          <p:cNvPr id="7" name="Straight Connector 6">
            <a:extLst>
              <a:ext uri="{FF2B5EF4-FFF2-40B4-BE49-F238E27FC236}">
                <a16:creationId xmlns:a16="http://schemas.microsoft.com/office/drawing/2014/main" id="{89432B40-3197-639D-BB29-4C7C5CB396D4}"/>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41967-5EF0-A8CE-385B-6D0A5866EC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8432E-6CC9-7470-65A5-7F6A330EFB4F}"/>
              </a:ext>
            </a:extLst>
          </p:cNvPr>
          <p:cNvSpPr>
            <a:spLocks noGrp="1"/>
          </p:cNvSpPr>
          <p:nvPr>
            <p:ph type="sldNum" sz="quarter" idx="4"/>
          </p:nvPr>
        </p:nvSpPr>
        <p:spPr/>
        <p:txBody>
          <a:bodyPr/>
          <a:lstStyle/>
          <a:p>
            <a:fld id="{00000000-1234-1234-1234-123412341234}" type="slidenum">
              <a:rPr lang="en" smtClean="0"/>
              <a:pPr/>
              <a:t>2</a:t>
            </a:fld>
            <a:endParaRPr lang="en"/>
          </a:p>
        </p:txBody>
      </p:sp>
      <p:sp>
        <p:nvSpPr>
          <p:cNvPr id="3" name="Title 2">
            <a:extLst>
              <a:ext uri="{FF2B5EF4-FFF2-40B4-BE49-F238E27FC236}">
                <a16:creationId xmlns:a16="http://schemas.microsoft.com/office/drawing/2014/main" id="{40BD946D-556A-ECA8-679C-19ABE963A4E5}"/>
              </a:ext>
            </a:extLst>
          </p:cNvPr>
          <p:cNvSpPr>
            <a:spLocks noGrp="1"/>
          </p:cNvSpPr>
          <p:nvPr>
            <p:ph type="title"/>
          </p:nvPr>
        </p:nvSpPr>
        <p:spPr>
          <a:xfrm>
            <a:off x="393699" y="1046195"/>
            <a:ext cx="9448800" cy="985805"/>
          </a:xfrm>
        </p:spPr>
        <p:txBody>
          <a:bodyPr>
            <a:normAutofit/>
          </a:bodyPr>
          <a:lstStyle/>
          <a:p>
            <a:r>
              <a:rPr lang="en-US" dirty="0"/>
              <a:t>Meeting title with agenda slide</a:t>
            </a:r>
          </a:p>
        </p:txBody>
      </p:sp>
      <p:sp>
        <p:nvSpPr>
          <p:cNvPr id="5" name="Subtitle 4">
            <a:extLst>
              <a:ext uri="{FF2B5EF4-FFF2-40B4-BE49-F238E27FC236}">
                <a16:creationId xmlns:a16="http://schemas.microsoft.com/office/drawing/2014/main" id="{173F7058-30A0-0125-1A90-B808A012B5B4}"/>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Agenda</a:t>
            </a:r>
          </a:p>
        </p:txBody>
      </p:sp>
      <p:graphicFrame>
        <p:nvGraphicFramePr>
          <p:cNvPr id="7" name="Table 6">
            <a:extLst>
              <a:ext uri="{FF2B5EF4-FFF2-40B4-BE49-F238E27FC236}">
                <a16:creationId xmlns:a16="http://schemas.microsoft.com/office/drawing/2014/main" id="{AEB3874C-EF1B-D79F-C3F5-6702ABF89D27}"/>
              </a:ext>
            </a:extLst>
          </p:cNvPr>
          <p:cNvGraphicFramePr>
            <a:graphicFrameLocks noGrp="1"/>
          </p:cNvGraphicFramePr>
          <p:nvPr>
            <p:extLst>
              <p:ext uri="{D42A27DB-BD31-4B8C-83A1-F6EECF244321}">
                <p14:modId xmlns:p14="http://schemas.microsoft.com/office/powerpoint/2010/main" val="1396004950"/>
              </p:ext>
            </p:extLst>
          </p:nvPr>
        </p:nvGraphicFramePr>
        <p:xfrm>
          <a:off x="393700" y="2573020"/>
          <a:ext cx="11404600" cy="3566160"/>
        </p:xfrm>
        <a:graphic>
          <a:graphicData uri="http://schemas.openxmlformats.org/drawingml/2006/table">
            <a:tbl>
              <a:tblPr firstRow="1" bandRow="1">
                <a:tableStyleId>{5C22544A-7EE6-4342-B048-85BDC9FD1C3A}</a:tableStyleId>
              </a:tblPr>
              <a:tblGrid>
                <a:gridCol w="627578">
                  <a:extLst>
                    <a:ext uri="{9D8B030D-6E8A-4147-A177-3AD203B41FA5}">
                      <a16:colId xmlns:a16="http://schemas.microsoft.com/office/drawing/2014/main" val="1631070132"/>
                    </a:ext>
                  </a:extLst>
                </a:gridCol>
                <a:gridCol w="6875813">
                  <a:extLst>
                    <a:ext uri="{9D8B030D-6E8A-4147-A177-3AD203B41FA5}">
                      <a16:colId xmlns:a16="http://schemas.microsoft.com/office/drawing/2014/main" val="1616312772"/>
                    </a:ext>
                  </a:extLst>
                </a:gridCol>
                <a:gridCol w="3901209">
                  <a:extLst>
                    <a:ext uri="{9D8B030D-6E8A-4147-A177-3AD203B41FA5}">
                      <a16:colId xmlns:a16="http://schemas.microsoft.com/office/drawing/2014/main" val="3389027217"/>
                    </a:ext>
                  </a:extLst>
                </a:gridCol>
              </a:tblGrid>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01</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one</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842163"/>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02</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two</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605887"/>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03</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three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90200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04</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four</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852306"/>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05</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five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4140170"/>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06</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six</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808150"/>
                  </a:ext>
                </a:extLst>
              </a:tr>
            </a:tbl>
          </a:graphicData>
        </a:graphic>
      </p:graphicFrame>
      <p:sp>
        <p:nvSpPr>
          <p:cNvPr id="4" name="Footer Placeholder 3">
            <a:extLst>
              <a:ext uri="{FF2B5EF4-FFF2-40B4-BE49-F238E27FC236}">
                <a16:creationId xmlns:a16="http://schemas.microsoft.com/office/drawing/2014/main" id="{F810BED8-CB43-D17C-4D24-32A4B0893D63}"/>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360133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4" name="Google Shape;534;p58"/>
          <p:cNvSpPr txBox="1">
            <a:spLocks noGrp="1"/>
          </p:cNvSpPr>
          <p:nvPr>
            <p:ph idx="1"/>
          </p:nvPr>
        </p:nvSpPr>
        <p:spPr>
          <a:xfrm>
            <a:off x="393699" y="2812968"/>
            <a:ext cx="5537200" cy="1865909"/>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Nam non ante quis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enim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fringilla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tempus nec 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lectus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endParaRPr>
          </a:p>
        </p:txBody>
      </p:sp>
      <p:sp>
        <p:nvSpPr>
          <p:cNvPr id="532" name="Google Shape;532;p58"/>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3</a:t>
            </a:fld>
            <a:endParaRPr dirty="0">
              <a:sym typeface="Office Sans"/>
            </a:endParaRPr>
          </a:p>
        </p:txBody>
      </p:sp>
      <p:sp>
        <p:nvSpPr>
          <p:cNvPr id="2" name="Footer Placeholder 1">
            <a:extLst>
              <a:ext uri="{FF2B5EF4-FFF2-40B4-BE49-F238E27FC236}">
                <a16:creationId xmlns:a16="http://schemas.microsoft.com/office/drawing/2014/main" id="{51941D6B-3AD0-04BD-76AF-506638666ACC}"/>
              </a:ext>
            </a:extLst>
          </p:cNvPr>
          <p:cNvSpPr>
            <a:spLocks noGrp="1"/>
          </p:cNvSpPr>
          <p:nvPr>
            <p:ph type="ftr" sz="quarter" idx="3"/>
          </p:nvPr>
        </p:nvSpPr>
        <p:spPr/>
        <p:txBody>
          <a:bodyPr/>
          <a:lstStyle/>
          <a:p>
            <a:endParaRPr lang="en-US" sz="1100" dirty="0"/>
          </a:p>
        </p:txBody>
      </p:sp>
      <p:sp>
        <p:nvSpPr>
          <p:cNvPr id="5" name="Google Shape;534;p58">
            <a:extLst>
              <a:ext uri="{FF2B5EF4-FFF2-40B4-BE49-F238E27FC236}">
                <a16:creationId xmlns:a16="http://schemas.microsoft.com/office/drawing/2014/main" id="{A3548D03-1D0F-655D-DD48-D4BF5C80F44D}"/>
              </a:ext>
            </a:extLst>
          </p:cNvPr>
          <p:cNvSpPr txBox="1">
            <a:spLocks/>
          </p:cNvSpPr>
          <p:nvPr/>
        </p:nvSpPr>
        <p:spPr>
          <a:xfrm>
            <a:off x="393700" y="2111025"/>
            <a:ext cx="1844403"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ffice Sans"/>
              </a:rPr>
              <a:t>Quarter Status</a:t>
            </a:r>
            <a:endParaRPr lang="en-US" sz="2000" dirty="0">
              <a:latin typeface="+mj-lt"/>
              <a:ea typeface="Helvetica Neue Medium" panose="02000503000000020004" pitchFamily="2" charset="0"/>
              <a:cs typeface="Helvetica Neue Medium" panose="02000503000000020004" pitchFamily="2" charset="0"/>
              <a:sym typeface="Office Sans"/>
            </a:endParaRPr>
          </a:p>
        </p:txBody>
      </p:sp>
      <p:sp>
        <p:nvSpPr>
          <p:cNvPr id="6" name="Google Shape;534;p58">
            <a:extLst>
              <a:ext uri="{FF2B5EF4-FFF2-40B4-BE49-F238E27FC236}">
                <a16:creationId xmlns:a16="http://schemas.microsoft.com/office/drawing/2014/main" id="{4051D0BE-5D22-BCB4-EADF-44F16643D9F5}"/>
              </a:ext>
            </a:extLst>
          </p:cNvPr>
          <p:cNvSpPr txBox="1">
            <a:spLocks/>
          </p:cNvSpPr>
          <p:nvPr/>
        </p:nvSpPr>
        <p:spPr>
          <a:xfrm>
            <a:off x="6260109" y="2826992"/>
            <a:ext cx="5537200" cy="100108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endParaRPr>
          </a:p>
        </p:txBody>
      </p:sp>
      <p:sp>
        <p:nvSpPr>
          <p:cNvPr id="7" name="Google Shape;534;p58">
            <a:extLst>
              <a:ext uri="{FF2B5EF4-FFF2-40B4-BE49-F238E27FC236}">
                <a16:creationId xmlns:a16="http://schemas.microsoft.com/office/drawing/2014/main" id="{EE26938C-7FB7-798D-7C48-988932737F6D}"/>
              </a:ext>
            </a:extLst>
          </p:cNvPr>
          <p:cNvSpPr txBox="1">
            <a:spLocks/>
          </p:cNvSpPr>
          <p:nvPr/>
        </p:nvSpPr>
        <p:spPr>
          <a:xfrm>
            <a:off x="6260109" y="2344035"/>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ffice Sans"/>
              </a:rPr>
              <a:t>The Single Most Important Insight</a:t>
            </a:r>
            <a:endParaRPr lang="en-US" sz="2000" dirty="0">
              <a:latin typeface="+mj-lt"/>
              <a:ea typeface="Helvetica Neue Medium" panose="02000503000000020004" pitchFamily="2" charset="0"/>
              <a:cs typeface="Helvetica Neue Medium" panose="02000503000000020004" pitchFamily="2" charset="0"/>
              <a:sym typeface="Office Sans"/>
            </a:endParaRPr>
          </a:p>
        </p:txBody>
      </p:sp>
      <p:sp>
        <p:nvSpPr>
          <p:cNvPr id="10" name="Title 2">
            <a:extLst>
              <a:ext uri="{FF2B5EF4-FFF2-40B4-BE49-F238E27FC236}">
                <a16:creationId xmlns:a16="http://schemas.microsoft.com/office/drawing/2014/main" id="{944AF173-BF22-B5ED-B88F-9080D8699E64}"/>
              </a:ext>
            </a:extLst>
          </p:cNvPr>
          <p:cNvSpPr>
            <a:spLocks noGrp="1"/>
          </p:cNvSpPr>
          <p:nvPr>
            <p:ph type="title"/>
          </p:nvPr>
        </p:nvSpPr>
        <p:spPr>
          <a:xfrm>
            <a:off x="393699" y="1046195"/>
            <a:ext cx="11403610" cy="623819"/>
          </a:xfrm>
        </p:spPr>
        <p:txBody>
          <a:bodyPr>
            <a:normAutofit/>
          </a:bodyPr>
          <a:lstStyle/>
          <a:p>
            <a:r>
              <a:rPr lang="en-US" dirty="0"/>
              <a:t>Quarter recap, verdict and asks</a:t>
            </a:r>
          </a:p>
        </p:txBody>
      </p:sp>
      <p:sp>
        <p:nvSpPr>
          <p:cNvPr id="11" name="Subtitle 4">
            <a:extLst>
              <a:ext uri="{FF2B5EF4-FFF2-40B4-BE49-F238E27FC236}">
                <a16:creationId xmlns:a16="http://schemas.microsoft.com/office/drawing/2014/main" id="{42E9C51D-AB09-8D83-4157-006D57137348}"/>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Executive Summary</a:t>
            </a:r>
          </a:p>
        </p:txBody>
      </p:sp>
      <p:cxnSp>
        <p:nvCxnSpPr>
          <p:cNvPr id="15" name="Straight Connector 14">
            <a:extLst>
              <a:ext uri="{FF2B5EF4-FFF2-40B4-BE49-F238E27FC236}">
                <a16:creationId xmlns:a16="http://schemas.microsoft.com/office/drawing/2014/main" id="{D437FEE4-7EB2-0B28-0524-F102AB6A47C6}"/>
              </a:ext>
            </a:extLst>
          </p:cNvPr>
          <p:cNvCxnSpPr/>
          <p:nvPr/>
        </p:nvCxnSpPr>
        <p:spPr>
          <a:xfrm>
            <a:off x="6261100" y="4039769"/>
            <a:ext cx="5537200" cy="0"/>
          </a:xfrm>
          <a:prstGeom prst="line">
            <a:avLst/>
          </a:prstGeom>
          <a:ln w="12700">
            <a:solidFill>
              <a:schemeClr val="accent2">
                <a:lumMod val="90000"/>
              </a:schemeClr>
            </a:solidFill>
          </a:ln>
        </p:spPr>
        <p:style>
          <a:lnRef idx="2">
            <a:schemeClr val="accent1"/>
          </a:lnRef>
          <a:fillRef idx="0">
            <a:schemeClr val="accent1"/>
          </a:fillRef>
          <a:effectRef idx="1">
            <a:schemeClr val="accent1"/>
          </a:effectRef>
          <a:fontRef idx="minor">
            <a:schemeClr val="tx1"/>
          </a:fontRef>
        </p:style>
      </p:cxnSp>
      <p:sp>
        <p:nvSpPr>
          <p:cNvPr id="16" name="Google Shape;534;p58">
            <a:extLst>
              <a:ext uri="{FF2B5EF4-FFF2-40B4-BE49-F238E27FC236}">
                <a16:creationId xmlns:a16="http://schemas.microsoft.com/office/drawing/2014/main" id="{108E1773-B682-C5EE-6944-58546A384F37}"/>
              </a:ext>
            </a:extLst>
          </p:cNvPr>
          <p:cNvSpPr txBox="1">
            <a:spLocks/>
          </p:cNvSpPr>
          <p:nvPr/>
        </p:nvSpPr>
        <p:spPr>
          <a:xfrm>
            <a:off x="6260109" y="4867987"/>
            <a:ext cx="5537200" cy="120023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endParaRPr>
          </a:p>
        </p:txBody>
      </p:sp>
      <p:sp>
        <p:nvSpPr>
          <p:cNvPr id="17" name="Google Shape;534;p58">
            <a:extLst>
              <a:ext uri="{FF2B5EF4-FFF2-40B4-BE49-F238E27FC236}">
                <a16:creationId xmlns:a16="http://schemas.microsoft.com/office/drawing/2014/main" id="{1C1F2FD8-0D30-C7BF-5234-6F0EE46F0DC3}"/>
              </a:ext>
            </a:extLst>
          </p:cNvPr>
          <p:cNvSpPr txBox="1">
            <a:spLocks/>
          </p:cNvSpPr>
          <p:nvPr/>
        </p:nvSpPr>
        <p:spPr>
          <a:xfrm>
            <a:off x="6260109" y="4385030"/>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ffice Sans"/>
              </a:rPr>
              <a:t>The Leadership Decision Required</a:t>
            </a:r>
            <a:endParaRPr lang="en-US" sz="2000" dirty="0">
              <a:latin typeface="+mj-lt"/>
              <a:ea typeface="Helvetica Neue Medium" panose="02000503000000020004" pitchFamily="2" charset="0"/>
              <a:cs typeface="Helvetica Neue Medium" panose="02000503000000020004" pitchFamily="2" charset="0"/>
              <a:sym typeface="Office Sans"/>
            </a:endParaRPr>
          </a:p>
        </p:txBody>
      </p:sp>
      <p:sp>
        <p:nvSpPr>
          <p:cNvPr id="3" name="Rounded Rectangle 2">
            <a:extLst>
              <a:ext uri="{FF2B5EF4-FFF2-40B4-BE49-F238E27FC236}">
                <a16:creationId xmlns:a16="http://schemas.microsoft.com/office/drawing/2014/main" id="{F16B487F-1A7A-C301-4AB8-8DC1C19839AB}"/>
              </a:ext>
            </a:extLst>
          </p:cNvPr>
          <p:cNvSpPr/>
          <p:nvPr/>
        </p:nvSpPr>
        <p:spPr>
          <a:xfrm>
            <a:off x="2349499" y="2093356"/>
            <a:ext cx="2271780" cy="402442"/>
          </a:xfrm>
          <a:prstGeom prst="roundRect">
            <a:avLst>
              <a:gd name="adj" fmla="val 15738"/>
            </a:avLst>
          </a:prstGeom>
          <a:solidFill>
            <a:schemeClr val="accent1">
              <a:alpha val="24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Status copy here</a:t>
            </a:r>
          </a:p>
        </p:txBody>
      </p:sp>
      <p:sp>
        <p:nvSpPr>
          <p:cNvPr id="14" name="TextBox 13">
            <a:extLst>
              <a:ext uri="{FF2B5EF4-FFF2-40B4-BE49-F238E27FC236}">
                <a16:creationId xmlns:a16="http://schemas.microsoft.com/office/drawing/2014/main" id="{F3AF61EC-DBA0-BFB1-3293-0BF5DB670691}"/>
              </a:ext>
            </a:extLst>
          </p:cNvPr>
          <p:cNvSpPr txBox="1"/>
          <p:nvPr/>
        </p:nvSpPr>
        <p:spPr>
          <a:xfrm>
            <a:off x="393699" y="4756098"/>
            <a:ext cx="5537199" cy="294165"/>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Bottom line</a:t>
            </a:r>
          </a:p>
        </p:txBody>
      </p:sp>
      <p:sp>
        <p:nvSpPr>
          <p:cNvPr id="18" name="Google Shape;534;p58">
            <a:extLst>
              <a:ext uri="{FF2B5EF4-FFF2-40B4-BE49-F238E27FC236}">
                <a16:creationId xmlns:a16="http://schemas.microsoft.com/office/drawing/2014/main" id="{47E14DB1-10CD-1A00-06DC-F11F90562A04}"/>
              </a:ext>
            </a:extLst>
          </p:cNvPr>
          <p:cNvSpPr txBox="1">
            <a:spLocks/>
          </p:cNvSpPr>
          <p:nvPr/>
        </p:nvSpPr>
        <p:spPr>
          <a:xfrm>
            <a:off x="386251" y="5134071"/>
            <a:ext cx="5537200" cy="86032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FE338EF2-CCFB-FA1F-AED3-8C8C1BA35C4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AD38C25-48AC-5A29-D53A-82080FAF926E}"/>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4</a:t>
            </a:fld>
            <a:endParaRPr dirty="0">
              <a:sym typeface="Office Sans"/>
            </a:endParaRPr>
          </a:p>
        </p:txBody>
      </p:sp>
      <p:sp>
        <p:nvSpPr>
          <p:cNvPr id="533" name="Google Shape;533;p58">
            <a:extLst>
              <a:ext uri="{FF2B5EF4-FFF2-40B4-BE49-F238E27FC236}">
                <a16:creationId xmlns:a16="http://schemas.microsoft.com/office/drawing/2014/main" id="{33E8FE18-95DE-C7EA-9E95-10B82189367E}"/>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Intro and 2x2 card grid</a:t>
            </a:r>
            <a:endParaRPr dirty="0">
              <a:solidFill>
                <a:schemeClr val="accent1"/>
              </a:solidFill>
            </a:endParaRPr>
          </a:p>
        </p:txBody>
      </p:sp>
      <p:sp>
        <p:nvSpPr>
          <p:cNvPr id="7" name="Rounded Rectangle 6">
            <a:extLst>
              <a:ext uri="{FF2B5EF4-FFF2-40B4-BE49-F238E27FC236}">
                <a16:creationId xmlns:a16="http://schemas.microsoft.com/office/drawing/2014/main" id="{9E3149F3-A7D7-BC8F-C84C-4A4E60EA2799}"/>
              </a:ext>
            </a:extLst>
          </p:cNvPr>
          <p:cNvSpPr/>
          <p:nvPr/>
        </p:nvSpPr>
        <p:spPr>
          <a:xfrm>
            <a:off x="6264412"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ounded Rectangle 8">
            <a:extLst>
              <a:ext uri="{FF2B5EF4-FFF2-40B4-BE49-F238E27FC236}">
                <a16:creationId xmlns:a16="http://schemas.microsoft.com/office/drawing/2014/main" id="{5CD1077A-BBDF-3B07-D940-FA5482CB0124}"/>
              </a:ext>
            </a:extLst>
          </p:cNvPr>
          <p:cNvSpPr/>
          <p:nvPr/>
        </p:nvSpPr>
        <p:spPr>
          <a:xfrm>
            <a:off x="409043"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 name="Content Placeholder 10">
            <a:extLst>
              <a:ext uri="{FF2B5EF4-FFF2-40B4-BE49-F238E27FC236}">
                <a16:creationId xmlns:a16="http://schemas.microsoft.com/office/drawing/2014/main" id="{B54A841D-1EA0-6181-C778-7C851CA6E64E}"/>
              </a:ext>
            </a:extLst>
          </p:cNvPr>
          <p:cNvSpPr txBox="1">
            <a:spLocks/>
          </p:cNvSpPr>
          <p:nvPr/>
        </p:nvSpPr>
        <p:spPr>
          <a:xfrm>
            <a:off x="70627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2" name="Rounded Rectangle 1">
            <a:extLst>
              <a:ext uri="{FF2B5EF4-FFF2-40B4-BE49-F238E27FC236}">
                <a16:creationId xmlns:a16="http://schemas.microsoft.com/office/drawing/2014/main" id="{B4E203EC-EB81-96EF-66AB-3B6012B4B3EF}"/>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Rounded Rectangle 3">
            <a:extLst>
              <a:ext uri="{FF2B5EF4-FFF2-40B4-BE49-F238E27FC236}">
                <a16:creationId xmlns:a16="http://schemas.microsoft.com/office/drawing/2014/main" id="{2000F722-C0CE-FDAF-EAFE-20BC4A7F4118}"/>
              </a:ext>
            </a:extLst>
          </p:cNvPr>
          <p:cNvSpPr/>
          <p:nvPr/>
        </p:nvSpPr>
        <p:spPr>
          <a:xfrm>
            <a:off x="409043"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Footer Placeholder 10">
            <a:extLst>
              <a:ext uri="{FF2B5EF4-FFF2-40B4-BE49-F238E27FC236}">
                <a16:creationId xmlns:a16="http://schemas.microsoft.com/office/drawing/2014/main" id="{A4694142-7504-448C-B110-ABCB1A6DD41E}"/>
              </a:ext>
            </a:extLst>
          </p:cNvPr>
          <p:cNvSpPr>
            <a:spLocks noGrp="1"/>
          </p:cNvSpPr>
          <p:nvPr>
            <p:ph type="ftr" sz="quarter" idx="3"/>
          </p:nvPr>
        </p:nvSpPr>
        <p:spPr/>
        <p:txBody>
          <a:bodyPr/>
          <a:lstStyle/>
          <a:p>
            <a:endParaRPr lang="en-US" sz="1100" dirty="0"/>
          </a:p>
        </p:txBody>
      </p:sp>
      <p:sp>
        <p:nvSpPr>
          <p:cNvPr id="12" name="Google Shape;534;p58">
            <a:extLst>
              <a:ext uri="{FF2B5EF4-FFF2-40B4-BE49-F238E27FC236}">
                <a16:creationId xmlns:a16="http://schemas.microsoft.com/office/drawing/2014/main" id="{F393FB38-1005-6250-1642-93C1A76E0B77}"/>
              </a:ext>
            </a:extLst>
          </p:cNvPr>
          <p:cNvSpPr txBox="1">
            <a:spLocks/>
          </p:cNvSpPr>
          <p:nvPr/>
        </p:nvSpPr>
        <p:spPr>
          <a:xfrm>
            <a:off x="393700" y="1649094"/>
            <a:ext cx="11404600" cy="63404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3" name="Google Shape;534;p58">
            <a:extLst>
              <a:ext uri="{FF2B5EF4-FFF2-40B4-BE49-F238E27FC236}">
                <a16:creationId xmlns:a16="http://schemas.microsoft.com/office/drawing/2014/main" id="{A0F4C075-109A-7DDE-18C9-18F128552C24}"/>
              </a:ext>
            </a:extLst>
          </p:cNvPr>
          <p:cNvSpPr txBox="1">
            <a:spLocks/>
          </p:cNvSpPr>
          <p:nvPr/>
        </p:nvSpPr>
        <p:spPr>
          <a:xfrm>
            <a:off x="393699" y="114656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ffice Sans"/>
              </a:rPr>
              <a:t>Lorem ipsum dolor sit </a:t>
            </a:r>
            <a:r>
              <a:rPr lang="en-US" sz="2000" dirty="0" err="1">
                <a:latin typeface="+mj-lt"/>
                <a:ea typeface="Helvetica Neue" panose="02000503000000020004" pitchFamily="2" charset="0"/>
                <a:cs typeface="Helvetica Neue" panose="02000503000000020004" pitchFamily="2" charset="0"/>
                <a:sym typeface="Office Sans"/>
              </a:rPr>
              <a:t>amet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consectetur</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adipiscing</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elit</a:t>
            </a:r>
            <a:r>
              <a:rPr lang="en-US" sz="2000" dirty="0">
                <a:latin typeface="+mj-lt"/>
                <a:ea typeface="Helvetica Neue" panose="02000503000000020004" pitchFamily="2" charset="0"/>
                <a:cs typeface="Helvetica Neue" panose="02000503000000020004" pitchFamily="2" charset="0"/>
                <a:sym typeface="Office Sans"/>
              </a:rPr>
              <a:t>. </a:t>
            </a:r>
            <a:endParaRPr lang="en-US" sz="2000" dirty="0">
              <a:latin typeface="+mj-lt"/>
              <a:ea typeface="Helvetica Neue Medium" panose="02000503000000020004" pitchFamily="2" charset="0"/>
              <a:cs typeface="Helvetica Neue Medium" panose="02000503000000020004" pitchFamily="2" charset="0"/>
              <a:sym typeface="Office Sans"/>
            </a:endParaRPr>
          </a:p>
        </p:txBody>
      </p:sp>
      <p:sp>
        <p:nvSpPr>
          <p:cNvPr id="14" name="TextBox 13">
            <a:extLst>
              <a:ext uri="{FF2B5EF4-FFF2-40B4-BE49-F238E27FC236}">
                <a16:creationId xmlns:a16="http://schemas.microsoft.com/office/drawing/2014/main" id="{49DCE927-F1A4-A9ED-C839-844BB688547F}"/>
              </a:ext>
            </a:extLst>
          </p:cNvPr>
          <p:cNvSpPr txBox="1"/>
          <p:nvPr/>
        </p:nvSpPr>
        <p:spPr>
          <a:xfrm>
            <a:off x="70296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16" name="Content Placeholder 10">
            <a:extLst>
              <a:ext uri="{FF2B5EF4-FFF2-40B4-BE49-F238E27FC236}">
                <a16:creationId xmlns:a16="http://schemas.microsoft.com/office/drawing/2014/main" id="{B71DDDF3-A6F6-A2D9-7F68-A246AE82F73A}"/>
              </a:ext>
            </a:extLst>
          </p:cNvPr>
          <p:cNvSpPr txBox="1">
            <a:spLocks/>
          </p:cNvSpPr>
          <p:nvPr/>
        </p:nvSpPr>
        <p:spPr>
          <a:xfrm>
            <a:off x="655843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7" name="TextBox 16">
            <a:extLst>
              <a:ext uri="{FF2B5EF4-FFF2-40B4-BE49-F238E27FC236}">
                <a16:creationId xmlns:a16="http://schemas.microsoft.com/office/drawing/2014/main" id="{BAD06467-8163-39A0-0B9A-1A98533B6978}"/>
              </a:ext>
            </a:extLst>
          </p:cNvPr>
          <p:cNvSpPr txBox="1"/>
          <p:nvPr/>
        </p:nvSpPr>
        <p:spPr>
          <a:xfrm>
            <a:off x="655512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18" name="Content Placeholder 10">
            <a:extLst>
              <a:ext uri="{FF2B5EF4-FFF2-40B4-BE49-F238E27FC236}">
                <a16:creationId xmlns:a16="http://schemas.microsoft.com/office/drawing/2014/main" id="{E61F5831-A6CA-0036-3E5C-283D4EBAFE55}"/>
              </a:ext>
            </a:extLst>
          </p:cNvPr>
          <p:cNvSpPr txBox="1">
            <a:spLocks/>
          </p:cNvSpPr>
          <p:nvPr/>
        </p:nvSpPr>
        <p:spPr>
          <a:xfrm>
            <a:off x="70627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9" name="TextBox 18">
            <a:extLst>
              <a:ext uri="{FF2B5EF4-FFF2-40B4-BE49-F238E27FC236}">
                <a16:creationId xmlns:a16="http://schemas.microsoft.com/office/drawing/2014/main" id="{1283300B-2E76-54E3-B3E8-C4CE0DA323BE}"/>
              </a:ext>
            </a:extLst>
          </p:cNvPr>
          <p:cNvSpPr txBox="1"/>
          <p:nvPr/>
        </p:nvSpPr>
        <p:spPr>
          <a:xfrm>
            <a:off x="70296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20" name="Content Placeholder 10">
            <a:extLst>
              <a:ext uri="{FF2B5EF4-FFF2-40B4-BE49-F238E27FC236}">
                <a16:creationId xmlns:a16="http://schemas.microsoft.com/office/drawing/2014/main" id="{91E87E4E-34C4-73A3-D9B4-5528035E3F32}"/>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21" name="TextBox 20">
            <a:extLst>
              <a:ext uri="{FF2B5EF4-FFF2-40B4-BE49-F238E27FC236}">
                <a16:creationId xmlns:a16="http://schemas.microsoft.com/office/drawing/2014/main" id="{4BBBD727-79F1-2502-A083-A18F5A754163}"/>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Tree>
    <p:extLst>
      <p:ext uri="{BB962C8B-B14F-4D97-AF65-F5344CB8AC3E}">
        <p14:creationId xmlns:p14="http://schemas.microsoft.com/office/powerpoint/2010/main" val="2179535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0781FDF-4130-4E67-D3EE-AE7C2129CF1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D6AD4425-62A5-20FE-DA81-DB0262F8E9D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5</a:t>
            </a:fld>
            <a:endParaRPr dirty="0">
              <a:sym typeface="Office Sans"/>
            </a:endParaRPr>
          </a:p>
        </p:txBody>
      </p:sp>
      <p:sp>
        <p:nvSpPr>
          <p:cNvPr id="533" name="Google Shape;533;p58">
            <a:extLst>
              <a:ext uri="{FF2B5EF4-FFF2-40B4-BE49-F238E27FC236}">
                <a16:creationId xmlns:a16="http://schemas.microsoft.com/office/drawing/2014/main" id="{CCB3C549-3412-D9EC-FC96-8C0EA25A4312}"/>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One column layout with three callout cards</a:t>
            </a:r>
            <a:endParaRPr dirty="0">
              <a:solidFill>
                <a:schemeClr val="accent1"/>
              </a:solidFill>
            </a:endParaRPr>
          </a:p>
        </p:txBody>
      </p:sp>
      <p:sp>
        <p:nvSpPr>
          <p:cNvPr id="11" name="Footer Placeholder 10">
            <a:extLst>
              <a:ext uri="{FF2B5EF4-FFF2-40B4-BE49-F238E27FC236}">
                <a16:creationId xmlns:a16="http://schemas.microsoft.com/office/drawing/2014/main" id="{BD5D3365-630B-7DA2-6578-D2DE7ACBBC07}"/>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076E58D8-94E3-59EF-6F5D-94479531D945}"/>
              </a:ext>
            </a:extLst>
          </p:cNvPr>
          <p:cNvSpPr txBox="1">
            <a:spLocks/>
          </p:cNvSpPr>
          <p:nvPr/>
        </p:nvSpPr>
        <p:spPr>
          <a:xfrm>
            <a:off x="393700" y="2374900"/>
            <a:ext cx="5537200" cy="36194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Nam non ante quis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enim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fringilla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tempus nec 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lectus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Nam non ante quis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enim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fringilla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tempus nec 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lectus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endParaRPr>
          </a:p>
        </p:txBody>
      </p:sp>
      <p:sp>
        <p:nvSpPr>
          <p:cNvPr id="5" name="Google Shape;534;p58">
            <a:extLst>
              <a:ext uri="{FF2B5EF4-FFF2-40B4-BE49-F238E27FC236}">
                <a16:creationId xmlns:a16="http://schemas.microsoft.com/office/drawing/2014/main" id="{EC39CC4A-7702-F34C-BFC1-C34643FFFDEE}"/>
              </a:ext>
            </a:extLst>
          </p:cNvPr>
          <p:cNvSpPr txBox="1">
            <a:spLocks/>
          </p:cNvSpPr>
          <p:nvPr/>
        </p:nvSpPr>
        <p:spPr>
          <a:xfrm>
            <a:off x="393700" y="143666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ffice Sans"/>
              </a:rPr>
              <a:t>Lorem ipsum dolor sit </a:t>
            </a:r>
            <a:r>
              <a:rPr lang="en-US" sz="2000" dirty="0" err="1">
                <a:latin typeface="+mj-lt"/>
                <a:ea typeface="Helvetica Neue" panose="02000503000000020004" pitchFamily="2" charset="0"/>
                <a:cs typeface="Helvetica Neue" panose="02000503000000020004" pitchFamily="2" charset="0"/>
                <a:sym typeface="Office Sans"/>
              </a:rPr>
              <a:t>amet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consectetur</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adipiscing</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elit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Pellentesque</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ultricies</a:t>
            </a:r>
            <a:r>
              <a:rPr lang="en-US" sz="2000" dirty="0">
                <a:latin typeface="+mj-lt"/>
                <a:ea typeface="Helvetica Neue" panose="02000503000000020004" pitchFamily="2" charset="0"/>
                <a:cs typeface="Helvetica Neue" panose="02000503000000020004" pitchFamily="2" charset="0"/>
                <a:sym typeface="Office Sans"/>
              </a:rPr>
              <a:t>.</a:t>
            </a:r>
          </a:p>
        </p:txBody>
      </p:sp>
      <p:sp>
        <p:nvSpPr>
          <p:cNvPr id="27" name="Content Placeholder 10">
            <a:extLst>
              <a:ext uri="{FF2B5EF4-FFF2-40B4-BE49-F238E27FC236}">
                <a16:creationId xmlns:a16="http://schemas.microsoft.com/office/drawing/2014/main" id="{B4FA777D-1E43-2118-018B-D684DB7EFEF1}"/>
              </a:ext>
            </a:extLst>
          </p:cNvPr>
          <p:cNvSpPr txBox="1">
            <a:spLocks/>
          </p:cNvSpPr>
          <p:nvPr/>
        </p:nvSpPr>
        <p:spPr>
          <a:xfrm>
            <a:off x="6648104" y="218425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28" name="TextBox 27">
            <a:extLst>
              <a:ext uri="{FF2B5EF4-FFF2-40B4-BE49-F238E27FC236}">
                <a16:creationId xmlns:a16="http://schemas.microsoft.com/office/drawing/2014/main" id="{F2F01BD9-1359-C69B-3F1A-A36534227FFE}"/>
              </a:ext>
            </a:extLst>
          </p:cNvPr>
          <p:cNvSpPr txBox="1"/>
          <p:nvPr/>
        </p:nvSpPr>
        <p:spPr>
          <a:xfrm>
            <a:off x="6644793" y="181325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2" name="Rounded Rectangle 1">
            <a:extLst>
              <a:ext uri="{FF2B5EF4-FFF2-40B4-BE49-F238E27FC236}">
                <a16:creationId xmlns:a16="http://schemas.microsoft.com/office/drawing/2014/main" id="{3C99D68F-34ED-A722-D7DB-03942B0B77DB}"/>
              </a:ext>
            </a:extLst>
          </p:cNvPr>
          <p:cNvSpPr/>
          <p:nvPr/>
        </p:nvSpPr>
        <p:spPr>
          <a:xfrm>
            <a:off x="6405842" y="152193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Content Placeholder 10">
            <a:extLst>
              <a:ext uri="{FF2B5EF4-FFF2-40B4-BE49-F238E27FC236}">
                <a16:creationId xmlns:a16="http://schemas.microsoft.com/office/drawing/2014/main" id="{32674159-B6E6-B9EF-D753-5EF1E687140B}"/>
              </a:ext>
            </a:extLst>
          </p:cNvPr>
          <p:cNvSpPr txBox="1">
            <a:spLocks/>
          </p:cNvSpPr>
          <p:nvPr/>
        </p:nvSpPr>
        <p:spPr>
          <a:xfrm>
            <a:off x="6648104" y="369301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6" name="TextBox 5">
            <a:extLst>
              <a:ext uri="{FF2B5EF4-FFF2-40B4-BE49-F238E27FC236}">
                <a16:creationId xmlns:a16="http://schemas.microsoft.com/office/drawing/2014/main" id="{57D84212-7716-6AFC-2CCA-1118E41834EC}"/>
              </a:ext>
            </a:extLst>
          </p:cNvPr>
          <p:cNvSpPr txBox="1"/>
          <p:nvPr/>
        </p:nvSpPr>
        <p:spPr>
          <a:xfrm>
            <a:off x="6644793" y="332201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7" name="Rounded Rectangle 6">
            <a:extLst>
              <a:ext uri="{FF2B5EF4-FFF2-40B4-BE49-F238E27FC236}">
                <a16:creationId xmlns:a16="http://schemas.microsoft.com/office/drawing/2014/main" id="{520BED9B-3AD0-B986-23FF-346EFF8EE6FA}"/>
              </a:ext>
            </a:extLst>
          </p:cNvPr>
          <p:cNvSpPr/>
          <p:nvPr/>
        </p:nvSpPr>
        <p:spPr>
          <a:xfrm>
            <a:off x="6405842" y="303069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Content Placeholder 10">
            <a:extLst>
              <a:ext uri="{FF2B5EF4-FFF2-40B4-BE49-F238E27FC236}">
                <a16:creationId xmlns:a16="http://schemas.microsoft.com/office/drawing/2014/main" id="{58865802-6967-7210-3371-DEA6828B57A2}"/>
              </a:ext>
            </a:extLst>
          </p:cNvPr>
          <p:cNvSpPr txBox="1">
            <a:spLocks/>
          </p:cNvSpPr>
          <p:nvPr/>
        </p:nvSpPr>
        <p:spPr>
          <a:xfrm>
            <a:off x="6648105" y="520177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9" name="TextBox 8">
            <a:extLst>
              <a:ext uri="{FF2B5EF4-FFF2-40B4-BE49-F238E27FC236}">
                <a16:creationId xmlns:a16="http://schemas.microsoft.com/office/drawing/2014/main" id="{DD2FEB2E-B2D7-376B-AFC1-B25E2E37C15B}"/>
              </a:ext>
            </a:extLst>
          </p:cNvPr>
          <p:cNvSpPr txBox="1"/>
          <p:nvPr/>
        </p:nvSpPr>
        <p:spPr>
          <a:xfrm>
            <a:off x="6644794" y="483077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10" name="Rounded Rectangle 9">
            <a:extLst>
              <a:ext uri="{FF2B5EF4-FFF2-40B4-BE49-F238E27FC236}">
                <a16:creationId xmlns:a16="http://schemas.microsoft.com/office/drawing/2014/main" id="{F95C5540-5014-B354-3651-51BA127570AA}"/>
              </a:ext>
            </a:extLst>
          </p:cNvPr>
          <p:cNvSpPr/>
          <p:nvPr/>
        </p:nvSpPr>
        <p:spPr>
          <a:xfrm>
            <a:off x="6405843" y="453945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3366140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4C3029DB-B611-6782-57C9-74AD8C9AF80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CCB27A2-1D9F-6514-0821-C7CC3F67552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6</a:t>
            </a:fld>
            <a:endParaRPr dirty="0">
              <a:sym typeface="Office Sans"/>
            </a:endParaRPr>
          </a:p>
        </p:txBody>
      </p:sp>
      <p:sp>
        <p:nvSpPr>
          <p:cNvPr id="10" name="Rounded Rectangle 9">
            <a:extLst>
              <a:ext uri="{FF2B5EF4-FFF2-40B4-BE49-F238E27FC236}">
                <a16:creationId xmlns:a16="http://schemas.microsoft.com/office/drawing/2014/main" id="{8B4C5563-C118-E2D4-2A1A-F84171FF9E48}"/>
              </a:ext>
            </a:extLst>
          </p:cNvPr>
          <p:cNvSpPr/>
          <p:nvPr/>
        </p:nvSpPr>
        <p:spPr>
          <a:xfrm>
            <a:off x="43089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87EC77EB-07E7-2818-9132-6416EC5EFF5D}"/>
              </a:ext>
            </a:extLst>
          </p:cNvPr>
          <p:cNvSpPr/>
          <p:nvPr/>
        </p:nvSpPr>
        <p:spPr>
          <a:xfrm>
            <a:off x="8229600"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2" name="Content Placeholder 9">
            <a:extLst>
              <a:ext uri="{FF2B5EF4-FFF2-40B4-BE49-F238E27FC236}">
                <a16:creationId xmlns:a16="http://schemas.microsoft.com/office/drawing/2014/main" id="{14F9DBD7-0427-326B-17D5-5DD215C447E9}"/>
              </a:ext>
            </a:extLst>
          </p:cNvPr>
          <p:cNvSpPr txBox="1">
            <a:spLocks/>
          </p:cNvSpPr>
          <p:nvPr/>
        </p:nvSpPr>
        <p:spPr>
          <a:xfrm>
            <a:off x="46218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ffice Sans"/>
              </a:rPr>
              <a:t>Title here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ffice Sans"/>
              </a:rPr>
              <a:t>Lorem ipsum dolor sit </a:t>
            </a:r>
            <a:r>
              <a:rPr lang="en-US" sz="1600" dirty="0" err="1">
                <a:solidFill>
                  <a:prstClr val="black"/>
                </a:solidFill>
                <a:ea typeface="Helvetica Neue" panose="02000503000000020004" pitchFamily="2" charset="0"/>
                <a:cs typeface="Helvetica Neue" panose="02000503000000020004" pitchFamily="2" charset="0"/>
                <a:sym typeface="Office Sans"/>
              </a:rPr>
              <a:t>amet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consectetur</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adipiscing</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elit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Pellentesque</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ultricies</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quam</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ut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massa</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luctus</a:t>
            </a:r>
            <a:r>
              <a:rPr lang="en-US" sz="1600" dirty="0">
                <a:solidFill>
                  <a:prstClr val="black"/>
                </a:solidFill>
                <a:ea typeface="Helvetica Neue" panose="02000503000000020004" pitchFamily="2" charset="0"/>
                <a:cs typeface="Helvetica Neue" panose="02000503000000020004" pitchFamily="2" charset="0"/>
                <a:sym typeface="Office Sans"/>
              </a:rPr>
              <a:t> cursus.</a:t>
            </a:r>
            <a:endParaRPr lang="en-US" sz="1600" dirty="0"/>
          </a:p>
        </p:txBody>
      </p:sp>
      <p:sp>
        <p:nvSpPr>
          <p:cNvPr id="13" name="Content Placeholder 10">
            <a:extLst>
              <a:ext uri="{FF2B5EF4-FFF2-40B4-BE49-F238E27FC236}">
                <a16:creationId xmlns:a16="http://schemas.microsoft.com/office/drawing/2014/main" id="{A81FFF27-06E1-B925-B772-E8C07A029EE7}"/>
              </a:ext>
            </a:extLst>
          </p:cNvPr>
          <p:cNvSpPr txBox="1">
            <a:spLocks/>
          </p:cNvSpPr>
          <p:nvPr/>
        </p:nvSpPr>
        <p:spPr>
          <a:xfrm>
            <a:off x="8536094"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ffice Sans"/>
              </a:rPr>
              <a:t>Title here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ffice Sans"/>
              </a:rPr>
              <a:t>Lorem ipsum dolor sit </a:t>
            </a:r>
            <a:r>
              <a:rPr lang="en-US" sz="1600" dirty="0" err="1">
                <a:solidFill>
                  <a:prstClr val="black"/>
                </a:solidFill>
                <a:ea typeface="Helvetica Neue" panose="02000503000000020004" pitchFamily="2" charset="0"/>
                <a:cs typeface="Helvetica Neue" panose="02000503000000020004" pitchFamily="2" charset="0"/>
                <a:sym typeface="Office Sans"/>
              </a:rPr>
              <a:t>amet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consectetur</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adipiscing</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elit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Pellentesque</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ultricies</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quam</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ut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massa</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luctus</a:t>
            </a:r>
            <a:r>
              <a:rPr lang="en-US" sz="1600" dirty="0">
                <a:solidFill>
                  <a:prstClr val="black"/>
                </a:solidFill>
                <a:ea typeface="Helvetica Neue" panose="02000503000000020004" pitchFamily="2" charset="0"/>
                <a:cs typeface="Helvetica Neue" panose="02000503000000020004" pitchFamily="2" charset="0"/>
                <a:sym typeface="Office Sans"/>
              </a:rPr>
              <a:t> cursus.</a:t>
            </a:r>
            <a:endParaRPr lang="en-US" sz="1600" dirty="0"/>
          </a:p>
        </p:txBody>
      </p:sp>
      <p:sp>
        <p:nvSpPr>
          <p:cNvPr id="14" name="Google Shape;340;p61">
            <a:extLst>
              <a:ext uri="{FF2B5EF4-FFF2-40B4-BE49-F238E27FC236}">
                <a16:creationId xmlns:a16="http://schemas.microsoft.com/office/drawing/2014/main" id="{D182FC54-B4D0-2FD9-7909-F4321F70186F}"/>
              </a:ext>
            </a:extLst>
          </p:cNvPr>
          <p:cNvSpPr/>
          <p:nvPr/>
        </p:nvSpPr>
        <p:spPr>
          <a:xfrm>
            <a:off x="46276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5" name="Google Shape;340;p61">
            <a:extLst>
              <a:ext uri="{FF2B5EF4-FFF2-40B4-BE49-F238E27FC236}">
                <a16:creationId xmlns:a16="http://schemas.microsoft.com/office/drawing/2014/main" id="{12304657-C94E-6AEC-95B3-FF04FD52D51C}"/>
              </a:ext>
            </a:extLst>
          </p:cNvPr>
          <p:cNvSpPr/>
          <p:nvPr/>
        </p:nvSpPr>
        <p:spPr>
          <a:xfrm>
            <a:off x="8533270" y="3694102"/>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2" name="Footer Placeholder 1">
            <a:extLst>
              <a:ext uri="{FF2B5EF4-FFF2-40B4-BE49-F238E27FC236}">
                <a16:creationId xmlns:a16="http://schemas.microsoft.com/office/drawing/2014/main" id="{7FAC9A03-119F-393D-2295-2587BE7C4F73}"/>
              </a:ext>
            </a:extLst>
          </p:cNvPr>
          <p:cNvSpPr>
            <a:spLocks noGrp="1"/>
          </p:cNvSpPr>
          <p:nvPr>
            <p:ph type="ftr" sz="quarter" idx="3"/>
          </p:nvPr>
        </p:nvSpPr>
        <p:spPr/>
        <p:txBody>
          <a:bodyPr/>
          <a:lstStyle/>
          <a:p>
            <a:endParaRPr lang="en-US" sz="1100" dirty="0"/>
          </a:p>
        </p:txBody>
      </p:sp>
      <p:sp>
        <p:nvSpPr>
          <p:cNvPr id="4" name="Title 3">
            <a:extLst>
              <a:ext uri="{FF2B5EF4-FFF2-40B4-BE49-F238E27FC236}">
                <a16:creationId xmlns:a16="http://schemas.microsoft.com/office/drawing/2014/main" id="{2F7C895E-DE9C-ED5D-5936-715D047B60E4}"/>
              </a:ext>
            </a:extLst>
          </p:cNvPr>
          <p:cNvSpPr>
            <a:spLocks noGrp="1"/>
          </p:cNvSpPr>
          <p:nvPr>
            <p:ph type="title"/>
          </p:nvPr>
        </p:nvSpPr>
        <p:spPr>
          <a:xfrm>
            <a:off x="393700" y="344008"/>
            <a:ext cx="11404600" cy="755665"/>
          </a:xfrm>
        </p:spPr>
        <p:txBody>
          <a:bodyPr/>
          <a:lstStyle/>
          <a:p>
            <a:r>
              <a:rPr lang="en-US" dirty="0">
                <a:solidFill>
                  <a:schemeClr val="accent1"/>
                </a:solidFill>
              </a:rPr>
              <a:t>Intro with three callout cards</a:t>
            </a:r>
          </a:p>
        </p:txBody>
      </p:sp>
      <p:sp>
        <p:nvSpPr>
          <p:cNvPr id="5" name="Rounded Rectangle 4">
            <a:extLst>
              <a:ext uri="{FF2B5EF4-FFF2-40B4-BE49-F238E27FC236}">
                <a16:creationId xmlns:a16="http://schemas.microsoft.com/office/drawing/2014/main" id="{E49F3E50-E7DD-037F-1687-7A3A08473928}"/>
              </a:ext>
            </a:extLst>
          </p:cNvPr>
          <p:cNvSpPr/>
          <p:nvPr/>
        </p:nvSpPr>
        <p:spPr>
          <a:xfrm>
            <a:off x="4227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Content Placeholder 9">
            <a:extLst>
              <a:ext uri="{FF2B5EF4-FFF2-40B4-BE49-F238E27FC236}">
                <a16:creationId xmlns:a16="http://schemas.microsoft.com/office/drawing/2014/main" id="{895137EF-1168-9543-8134-200AA74D8FBB}"/>
              </a:ext>
            </a:extLst>
          </p:cNvPr>
          <p:cNvSpPr txBox="1">
            <a:spLocks/>
          </p:cNvSpPr>
          <p:nvPr/>
        </p:nvSpPr>
        <p:spPr>
          <a:xfrm>
            <a:off x="7356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ffice Sans"/>
              </a:rPr>
              <a:t>Title here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ffice Sans"/>
              </a:rPr>
              <a:t>Lorem ipsum dolor sit </a:t>
            </a:r>
            <a:r>
              <a:rPr lang="en-US" sz="1600" dirty="0" err="1">
                <a:solidFill>
                  <a:prstClr val="black"/>
                </a:solidFill>
                <a:ea typeface="Helvetica Neue" panose="02000503000000020004" pitchFamily="2" charset="0"/>
                <a:cs typeface="Helvetica Neue" panose="02000503000000020004" pitchFamily="2" charset="0"/>
                <a:sym typeface="Office Sans"/>
              </a:rPr>
              <a:t>amet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consectetur</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adipiscing</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elit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Pellentesque</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ultricies</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quam</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ut</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massa</a:t>
            </a:r>
            <a:r>
              <a:rPr lang="en-US" sz="1600" dirty="0">
                <a:solidFill>
                  <a:prstClr val="black"/>
                </a:solidFill>
                <a:ea typeface="Helvetica Neue" panose="02000503000000020004" pitchFamily="2" charset="0"/>
                <a:cs typeface="Helvetica Neue" panose="02000503000000020004" pitchFamily="2" charset="0"/>
                <a:sym typeface="Office Sans"/>
              </a:rPr>
              <a:t> </a:t>
            </a:r>
            <a:r>
              <a:rPr lang="en-US" sz="1600" dirty="0" err="1">
                <a:solidFill>
                  <a:prstClr val="black"/>
                </a:solidFill>
                <a:ea typeface="Helvetica Neue" panose="02000503000000020004" pitchFamily="2" charset="0"/>
                <a:cs typeface="Helvetica Neue" panose="02000503000000020004" pitchFamily="2" charset="0"/>
                <a:sym typeface="Office Sans"/>
              </a:rPr>
              <a:t>luctus</a:t>
            </a:r>
            <a:r>
              <a:rPr lang="en-US" sz="1600" dirty="0">
                <a:solidFill>
                  <a:prstClr val="black"/>
                </a:solidFill>
                <a:ea typeface="Helvetica Neue" panose="02000503000000020004" pitchFamily="2" charset="0"/>
                <a:cs typeface="Helvetica Neue" panose="02000503000000020004" pitchFamily="2" charset="0"/>
                <a:sym typeface="Office Sans"/>
              </a:rPr>
              <a:t> cursus.</a:t>
            </a:r>
            <a:endParaRPr lang="en-US" sz="1600" dirty="0"/>
          </a:p>
        </p:txBody>
      </p:sp>
      <p:sp>
        <p:nvSpPr>
          <p:cNvPr id="7" name="Google Shape;340;p61">
            <a:extLst>
              <a:ext uri="{FF2B5EF4-FFF2-40B4-BE49-F238E27FC236}">
                <a16:creationId xmlns:a16="http://schemas.microsoft.com/office/drawing/2014/main" id="{A926CAA1-5F44-3769-A410-E058BAEE3B13}"/>
              </a:ext>
            </a:extLst>
          </p:cNvPr>
          <p:cNvSpPr/>
          <p:nvPr/>
        </p:nvSpPr>
        <p:spPr>
          <a:xfrm>
            <a:off x="7414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7" name="Google Shape;534;p58">
            <a:extLst>
              <a:ext uri="{FF2B5EF4-FFF2-40B4-BE49-F238E27FC236}">
                <a16:creationId xmlns:a16="http://schemas.microsoft.com/office/drawing/2014/main" id="{208EF3D1-5C57-8D4F-49C8-21BD74420786}"/>
              </a:ext>
            </a:extLst>
          </p:cNvPr>
          <p:cNvSpPr txBox="1">
            <a:spLocks/>
          </p:cNvSpPr>
          <p:nvPr/>
        </p:nvSpPr>
        <p:spPr>
          <a:xfrm>
            <a:off x="393700" y="1820543"/>
            <a:ext cx="11404600" cy="132661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ffice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8" name="Google Shape;534;p58">
            <a:extLst>
              <a:ext uri="{FF2B5EF4-FFF2-40B4-BE49-F238E27FC236}">
                <a16:creationId xmlns:a16="http://schemas.microsoft.com/office/drawing/2014/main" id="{93CCF932-231F-7EA0-6520-FFB192B4EFA5}"/>
              </a:ext>
            </a:extLst>
          </p:cNvPr>
          <p:cNvSpPr txBox="1">
            <a:spLocks/>
          </p:cNvSpPr>
          <p:nvPr/>
        </p:nvSpPr>
        <p:spPr>
          <a:xfrm>
            <a:off x="393699" y="131801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ffice Sans"/>
              </a:rPr>
              <a:t>Lorem ipsum dolor sit </a:t>
            </a:r>
            <a:r>
              <a:rPr lang="en-US" sz="2000" dirty="0" err="1">
                <a:latin typeface="+mj-lt"/>
                <a:ea typeface="Helvetica Neue" panose="02000503000000020004" pitchFamily="2" charset="0"/>
                <a:cs typeface="Helvetica Neue" panose="02000503000000020004" pitchFamily="2" charset="0"/>
                <a:sym typeface="Office Sans"/>
              </a:rPr>
              <a:t>amet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consectetur</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adipiscing</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elit</a:t>
            </a:r>
            <a:r>
              <a:rPr lang="en-US" sz="2000" dirty="0">
                <a:latin typeface="+mj-lt"/>
                <a:ea typeface="Helvetica Neue" panose="02000503000000020004" pitchFamily="2" charset="0"/>
                <a:cs typeface="Helvetica Neue" panose="02000503000000020004" pitchFamily="2" charset="0"/>
                <a:sym typeface="Office Sans"/>
              </a:rPr>
              <a:t>. </a:t>
            </a:r>
            <a:endParaRPr lang="en-US" sz="2000" dirty="0">
              <a:latin typeface="+mj-lt"/>
              <a:ea typeface="Helvetica Neue Medium" panose="02000503000000020004" pitchFamily="2" charset="0"/>
              <a:cs typeface="Helvetica Neue Medium" panose="02000503000000020004" pitchFamily="2" charset="0"/>
              <a:sym typeface="Office Sans"/>
            </a:endParaRPr>
          </a:p>
        </p:txBody>
      </p:sp>
    </p:spTree>
    <p:extLst>
      <p:ext uri="{BB962C8B-B14F-4D97-AF65-F5344CB8AC3E}">
        <p14:creationId xmlns:p14="http://schemas.microsoft.com/office/powerpoint/2010/main" val="156618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955627D7-4531-FF60-E9C2-2F11A6392F36}"/>
            </a:ext>
          </a:extLst>
        </p:cNvPr>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txBox="1">
            <a:spLocks noGrp="1"/>
          </p:cNvSpPr>
          <p:nvPr>
            <p:ph idx="1"/>
          </p:nvPr>
        </p:nvSpPr>
        <p:spPr>
          <a:xfrm>
            <a:off x="393700" y="2192694"/>
            <a:ext cx="5537200" cy="3801706"/>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p:txBody>
      </p:sp>
      <p:sp>
        <p:nvSpPr>
          <p:cNvPr id="532" name="Google Shape;532;p58">
            <a:extLst>
              <a:ext uri="{FF2B5EF4-FFF2-40B4-BE49-F238E27FC236}">
                <a16:creationId xmlns:a16="http://schemas.microsoft.com/office/drawing/2014/main" id="{C5959EFF-52C4-5B31-3FCE-BFF3A75CF3CF}"/>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smtClean="0">
                <a:sym typeface="Office Sans"/>
              </a:rPr>
              <a:pPr/>
              <a:t>7</a:t>
            </a:fld>
            <a:endParaRPr lang="en" dirty="0">
              <a:sym typeface="Office Sans"/>
            </a:endParaRPr>
          </a:p>
        </p:txBody>
      </p:sp>
      <p:sp>
        <p:nvSpPr>
          <p:cNvPr id="533" name="Google Shape;533;p58">
            <a:extLst>
              <a:ext uri="{FF2B5EF4-FFF2-40B4-BE49-F238E27FC236}">
                <a16:creationId xmlns:a16="http://schemas.microsoft.com/office/drawing/2014/main" id="{469ED97F-6CDE-1EE8-6602-FE9CC4D732BE}"/>
              </a:ext>
            </a:extLst>
          </p:cNvPr>
          <p:cNvSpPr txBox="1">
            <a:spLocks noGrp="1"/>
          </p:cNvSpPr>
          <p:nvPr>
            <p:ph type="title"/>
          </p:nvPr>
        </p:nvSpPr>
        <p:spPr>
          <a:xfrm>
            <a:off x="393700" y="355026"/>
            <a:ext cx="7835900" cy="1029274"/>
          </a:xfrm>
          <a:prstGeom prst="rect">
            <a:avLst/>
          </a:prstGeom>
        </p:spPr>
        <p:txBody>
          <a:bodyPr spcFirstLastPara="1" vert="horz" wrap="square" lIns="0" tIns="0" rIns="0" bIns="0" rtlCol="0" anchor="t" anchorCtr="0">
            <a:noAutofit/>
          </a:bodyPr>
          <a:lstStyle/>
          <a:p>
            <a:r>
              <a:rPr lang="en-US" dirty="0">
                <a:solidFill>
                  <a:schemeClr val="accent1"/>
                </a:solidFill>
              </a:rPr>
              <a:t>Two column layout</a:t>
            </a:r>
          </a:p>
        </p:txBody>
      </p:sp>
      <p:sp>
        <p:nvSpPr>
          <p:cNvPr id="2" name="Google Shape;534;p58">
            <a:extLst>
              <a:ext uri="{FF2B5EF4-FFF2-40B4-BE49-F238E27FC236}">
                <a16:creationId xmlns:a16="http://schemas.microsoft.com/office/drawing/2014/main" id="{A4A94F3C-B1B2-7289-7098-7C66C8A291D6}"/>
              </a:ext>
            </a:extLst>
          </p:cNvPr>
          <p:cNvSpPr txBox="1">
            <a:spLocks/>
          </p:cNvSpPr>
          <p:nvPr/>
        </p:nvSpPr>
        <p:spPr>
          <a:xfrm>
            <a:off x="6265111" y="2192694"/>
            <a:ext cx="5537200" cy="38017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FD46BF2A-8122-2E0A-E8CC-886653CF64DA}"/>
              </a:ext>
            </a:extLst>
          </p:cNvPr>
          <p:cNvSpPr txBox="1">
            <a:spLocks/>
          </p:cNvSpPr>
          <p:nvPr/>
        </p:nvSpPr>
        <p:spPr>
          <a:xfrm>
            <a:off x="393700" y="131093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ffice Sans"/>
              </a:rPr>
              <a:t>Lorem ipsum dolor sit </a:t>
            </a:r>
            <a:r>
              <a:rPr lang="en-US" sz="2000" dirty="0" err="1">
                <a:latin typeface="+mj-lt"/>
                <a:ea typeface="Helvetica Neue" panose="02000503000000020004" pitchFamily="2" charset="0"/>
                <a:cs typeface="Helvetica Neue" panose="02000503000000020004" pitchFamily="2" charset="0"/>
                <a:sym typeface="Office Sans"/>
              </a:rPr>
              <a:t>amet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consectetur</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adipiscing</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elit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Pellentesque</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ultricies</a:t>
            </a:r>
            <a:r>
              <a:rPr lang="en-US" sz="2000" dirty="0">
                <a:latin typeface="+mj-lt"/>
                <a:ea typeface="Helvetica Neue" panose="02000503000000020004" pitchFamily="2" charset="0"/>
                <a:cs typeface="Helvetica Neue" panose="02000503000000020004" pitchFamily="2" charset="0"/>
                <a:sym typeface="Office Sans"/>
              </a:rPr>
              <a:t>.</a:t>
            </a:r>
          </a:p>
        </p:txBody>
      </p:sp>
    </p:spTree>
    <p:extLst>
      <p:ext uri="{BB962C8B-B14F-4D97-AF65-F5344CB8AC3E}">
        <p14:creationId xmlns:p14="http://schemas.microsoft.com/office/powerpoint/2010/main" val="54622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F4F4A9C-A879-377C-6409-053F582355F7}"/>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F5D028D-B73B-5BFF-0AA5-65F94FB570F9}"/>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8</a:t>
            </a:fld>
            <a:endParaRPr dirty="0">
              <a:sym typeface="Office Sans"/>
            </a:endParaRPr>
          </a:p>
        </p:txBody>
      </p:sp>
      <p:sp>
        <p:nvSpPr>
          <p:cNvPr id="533" name="Google Shape;533;p58">
            <a:extLst>
              <a:ext uri="{FF2B5EF4-FFF2-40B4-BE49-F238E27FC236}">
                <a16:creationId xmlns:a16="http://schemas.microsoft.com/office/drawing/2014/main" id="{D035ED81-B82C-6CFE-FAA7-0911E05CDEB2}"/>
              </a:ext>
            </a:extLst>
          </p:cNvPr>
          <p:cNvSpPr txBox="1">
            <a:spLocks noGrp="1"/>
          </p:cNvSpPr>
          <p:nvPr>
            <p:ph type="title"/>
          </p:nvPr>
        </p:nvSpPr>
        <p:spPr>
          <a:xfrm>
            <a:off x="393700" y="1170935"/>
            <a:ext cx="11404600" cy="1797958"/>
          </a:xfrm>
          <a:prstGeom prst="rect">
            <a:avLst/>
          </a:prstGeom>
        </p:spPr>
        <p:txBody>
          <a:bodyPr spcFirstLastPara="1" vert="horz" wrap="square" lIns="0" tIns="0" rIns="0" bIns="0" rtlCol="0" anchor="b" anchorCtr="0">
            <a:noAutofit/>
          </a:bodyPr>
          <a:lstStyle/>
          <a:p>
            <a:pPr algn="ctr"/>
            <a:r>
              <a:rPr lang="en-US" sz="4200" dirty="0">
                <a:solidFill>
                  <a:schemeClr val="accent1"/>
                </a:solidFill>
              </a:rPr>
              <a:t>Statement headline </a:t>
            </a:r>
            <a:br>
              <a:rPr lang="en-US" sz="4200" dirty="0">
                <a:solidFill>
                  <a:schemeClr val="accent1"/>
                </a:solidFill>
              </a:rPr>
            </a:br>
            <a:r>
              <a:rPr lang="en-US" sz="4200" dirty="0">
                <a:solidFill>
                  <a:schemeClr val="accent1"/>
                </a:solidFill>
              </a:rPr>
              <a:t>slide with eight logo grid</a:t>
            </a:r>
            <a:endParaRPr sz="4200" dirty="0">
              <a:solidFill>
                <a:schemeClr val="accent1"/>
              </a:solidFill>
            </a:endParaRPr>
          </a:p>
        </p:txBody>
      </p:sp>
      <p:sp>
        <p:nvSpPr>
          <p:cNvPr id="2" name="Footer Placeholder 1">
            <a:extLst>
              <a:ext uri="{FF2B5EF4-FFF2-40B4-BE49-F238E27FC236}">
                <a16:creationId xmlns:a16="http://schemas.microsoft.com/office/drawing/2014/main" id="{AEFF86C5-A7D2-315F-C644-70488B8E4BC8}"/>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6730FFED-E57C-67CB-4BAA-568126831AB5}"/>
              </a:ext>
            </a:extLst>
          </p:cNvPr>
          <p:cNvSpPr txBox="1">
            <a:spLocks/>
          </p:cNvSpPr>
          <p:nvPr/>
        </p:nvSpPr>
        <p:spPr>
          <a:xfrm>
            <a:off x="2549677" y="3297710"/>
            <a:ext cx="7092645" cy="186590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spcBef>
                <a:spcPts val="0"/>
              </a:spcBef>
              <a:spcAft>
                <a:spcPts val="800"/>
              </a:spcAft>
              <a:buFont typeface="Arial" panose="020B0604020202020204" pitchFamily="34" charset="0"/>
              <a:buNone/>
            </a:pPr>
            <a:r>
              <a:rPr lang="en-US" sz="1600">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amet, consectetur adipiscing elit. Pellentesque ultricies quam ut massa luctus cursus. Nullam pharetra mauris tortor. In hac habitasse platea dictumst. Proin mattis nibh risus. Nulla tempor ut massa elementum dapibus. Nam non ante quis enim fringilla tempus nec in lectus. In hac habitasse platea dictumst. </a:t>
            </a:r>
          </a:p>
          <a:p>
            <a:pPr marL="0" indent="0" algn="ctr">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ffice Sans"/>
            </a:endParaRPr>
          </a:p>
        </p:txBody>
      </p:sp>
    </p:spTree>
    <p:extLst>
      <p:ext uri="{BB962C8B-B14F-4D97-AF65-F5344CB8AC3E}">
        <p14:creationId xmlns:p14="http://schemas.microsoft.com/office/powerpoint/2010/main" val="346614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8F193B6A-C27E-FD2B-FCAC-CB712B9CC5D0}"/>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9</a:t>
            </a:fld>
            <a:endParaRPr dirty="0">
              <a:sym typeface="Office Sans"/>
            </a:endParaRPr>
          </a:p>
        </p:txBody>
      </p:sp>
      <p:sp>
        <p:nvSpPr>
          <p:cNvPr id="533" name="Google Shape;533;p58">
            <a:extLst>
              <a:ext uri="{FF2B5EF4-FFF2-40B4-BE49-F238E27FC236}">
                <a16:creationId xmlns:a16="http://schemas.microsoft.com/office/drawing/2014/main" id="{3CD65521-5912-FE80-B7B5-EE9E16A1351B}"/>
              </a:ext>
            </a:extLst>
          </p:cNvPr>
          <p:cNvSpPr txBox="1">
            <a:spLocks noGrp="1"/>
          </p:cNvSpPr>
          <p:nvPr>
            <p:ph type="title"/>
          </p:nvPr>
        </p:nvSpPr>
        <p:spPr>
          <a:xfrm>
            <a:off x="393700" y="344008"/>
            <a:ext cx="7835900" cy="1040291"/>
          </a:xfrm>
          <a:prstGeom prst="rect">
            <a:avLst/>
          </a:prstGeom>
        </p:spPr>
        <p:txBody>
          <a:bodyPr spcFirstLastPara="1" vert="horz" wrap="square" lIns="0" tIns="0" rIns="0" bIns="0" rtlCol="0" anchor="t" anchorCtr="0">
            <a:noAutofit/>
          </a:bodyPr>
          <a:lstStyle/>
          <a:p>
            <a:r>
              <a:rPr lang="en-US" dirty="0">
                <a:solidFill>
                  <a:schemeClr val="accent1"/>
                </a:solidFill>
              </a:rPr>
              <a:t>Full width data table slide</a:t>
            </a:r>
            <a:endParaRPr dirty="0">
              <a:solidFill>
                <a:schemeClr val="accent1"/>
              </a:solidFill>
            </a:endParaRPr>
          </a:p>
        </p:txBody>
      </p:sp>
      <p:graphicFrame>
        <p:nvGraphicFramePr>
          <p:cNvPr id="2" name="Google Shape;644;p93">
            <a:extLst>
              <a:ext uri="{FF2B5EF4-FFF2-40B4-BE49-F238E27FC236}">
                <a16:creationId xmlns:a16="http://schemas.microsoft.com/office/drawing/2014/main" id="{D298816F-C507-1B76-C71B-E5F8461142E6}"/>
              </a:ext>
            </a:extLst>
          </p:cNvPr>
          <p:cNvGraphicFramePr/>
          <p:nvPr>
            <p:extLst>
              <p:ext uri="{D42A27DB-BD31-4B8C-83A1-F6EECF244321}">
                <p14:modId xmlns:p14="http://schemas.microsoft.com/office/powerpoint/2010/main" val="657042629"/>
              </p:ext>
            </p:extLst>
          </p:nvPr>
        </p:nvGraphicFramePr>
        <p:xfrm>
          <a:off x="4752742" y="1549337"/>
          <a:ext cx="6778000" cy="4627827"/>
        </p:xfrm>
        <a:graphic>
          <a:graphicData uri="http://schemas.openxmlformats.org/drawingml/2006/table">
            <a:tbl>
              <a:tblPr firstRow="1">
                <a:noFill/>
              </a:tblPr>
              <a:tblGrid>
                <a:gridCol w="1694500">
                  <a:extLst>
                    <a:ext uri="{9D8B030D-6E8A-4147-A177-3AD203B41FA5}">
                      <a16:colId xmlns:a16="http://schemas.microsoft.com/office/drawing/2014/main" val="20001"/>
                    </a:ext>
                  </a:extLst>
                </a:gridCol>
                <a:gridCol w="1694500">
                  <a:extLst>
                    <a:ext uri="{9D8B030D-6E8A-4147-A177-3AD203B41FA5}">
                      <a16:colId xmlns:a16="http://schemas.microsoft.com/office/drawing/2014/main" val="20002"/>
                    </a:ext>
                  </a:extLst>
                </a:gridCol>
                <a:gridCol w="1694500">
                  <a:extLst>
                    <a:ext uri="{9D8B030D-6E8A-4147-A177-3AD203B41FA5}">
                      <a16:colId xmlns:a16="http://schemas.microsoft.com/office/drawing/2014/main" val="20003"/>
                    </a:ext>
                  </a:extLst>
                </a:gridCol>
                <a:gridCol w="1694500">
                  <a:extLst>
                    <a:ext uri="{9D8B030D-6E8A-4147-A177-3AD203B41FA5}">
                      <a16:colId xmlns:a16="http://schemas.microsoft.com/office/drawing/2014/main" val="20004"/>
                    </a:ext>
                  </a:extLst>
                </a:gridCol>
              </a:tblGrid>
              <a:tr h="558432">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ffice Sans"/>
                          <a:cs typeface="Office Sans"/>
                          <a:sym typeface="Office Sans"/>
                        </a:rPr>
                        <a:t>Column Label</a:t>
                      </a:r>
                      <a:endParaRPr sz="1400" b="1"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lgn="ctr">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ffice Sans"/>
                          <a:cs typeface="Office Sans"/>
                          <a:sym typeface="Office Sans"/>
                        </a:rPr>
                        <a:t>Column Label</a:t>
                      </a:r>
                      <a:endParaRPr sz="1400" b="1"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ffice Sans"/>
                          <a:cs typeface="Office Sans"/>
                          <a:sym typeface="Office Sans"/>
                        </a:rPr>
                        <a:t>Column Label</a:t>
                      </a:r>
                      <a:endParaRPr sz="1400" b="1">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ffice Sans"/>
                          <a:cs typeface="Office Sans"/>
                          <a:sym typeface="Office Sans"/>
                        </a:rPr>
                        <a:t>Column Label</a:t>
                      </a:r>
                      <a:endParaRPr sz="1400" b="1">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extLst>
                  <a:ext uri="{0D108BD9-81ED-4DB2-BD59-A6C34878D82A}">
                    <a16:rowId xmlns:a16="http://schemas.microsoft.com/office/drawing/2014/main" val="1000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1D2D3">
                          <a:alpha val="0"/>
                        </a:srgbClr>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Yes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1,000,000k / s</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0.00023862381</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No</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1,000,000k / s</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0.00023862381</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Yes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1,000,000k / s</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0.00023862381</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No</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1,000,000k / s</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0.00023862381</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Yes</a:t>
                      </a:r>
                      <a:endParaRPr sz="140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1,000,000k / s</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ffice Sans"/>
                          <a:cs typeface="Office Sans"/>
                          <a:sym typeface="Office Sans"/>
                        </a:rPr>
                        <a:t>0.00023862381</a:t>
                      </a:r>
                      <a:endParaRPr sz="140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No</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1,000,000k / s</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0.00023862381</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Yes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1,000,000k / s</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0.00023862381</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Yes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1,000,000k / 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0.00023862381</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37771735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Data Point</a:t>
                      </a:r>
                      <a:endParaRPr sz="1400" dirty="0">
                        <a:solidFill>
                          <a:srgbClr val="000000"/>
                        </a:solidFill>
                        <a:latin typeface="+mn-lt"/>
                        <a:ea typeface="Office Sans"/>
                        <a:cs typeface="Office Sans"/>
                        <a:sym typeface="Office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Yes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1,000,000k / s</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ffice Sans"/>
                          <a:cs typeface="Office Sans"/>
                          <a:sym typeface="Office Sans"/>
                        </a:rPr>
                        <a:t>0.00023862381</a:t>
                      </a:r>
                      <a:endParaRPr sz="1400" dirty="0">
                        <a:solidFill>
                          <a:srgbClr val="000000"/>
                        </a:solidFill>
                        <a:latin typeface="+mn-lt"/>
                        <a:ea typeface="Office Sans"/>
                        <a:cs typeface="Office Sans"/>
                        <a:sym typeface="Office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306402219"/>
                  </a:ext>
                </a:extLst>
              </a:tr>
            </a:tbl>
          </a:graphicData>
        </a:graphic>
      </p:graphicFrame>
      <p:sp>
        <p:nvSpPr>
          <p:cNvPr id="3" name="Footer Placeholder 2">
            <a:extLst>
              <a:ext uri="{FF2B5EF4-FFF2-40B4-BE49-F238E27FC236}">
                <a16:creationId xmlns:a16="http://schemas.microsoft.com/office/drawing/2014/main" id="{175B304C-27F3-8A33-E6D7-E2EFCA2F82B2}"/>
              </a:ext>
            </a:extLst>
          </p:cNvPr>
          <p:cNvSpPr>
            <a:spLocks noGrp="1"/>
          </p:cNvSpPr>
          <p:nvPr>
            <p:ph type="ftr" sz="quarter" idx="3"/>
          </p:nvPr>
        </p:nvSpPr>
        <p:spPr/>
        <p:txBody>
          <a:bodyPr/>
          <a:lstStyle/>
          <a:p>
            <a:endParaRPr lang="en-US" sz="1100" dirty="0"/>
          </a:p>
        </p:txBody>
      </p:sp>
      <p:sp>
        <p:nvSpPr>
          <p:cNvPr id="7" name="Google Shape;534;p58">
            <a:extLst>
              <a:ext uri="{FF2B5EF4-FFF2-40B4-BE49-F238E27FC236}">
                <a16:creationId xmlns:a16="http://schemas.microsoft.com/office/drawing/2014/main" id="{71547039-AB2A-5CA1-49F7-26E9E71601EF}"/>
              </a:ext>
            </a:extLst>
          </p:cNvPr>
          <p:cNvSpPr txBox="1">
            <a:spLocks/>
          </p:cNvSpPr>
          <p:nvPr/>
        </p:nvSpPr>
        <p:spPr>
          <a:xfrm>
            <a:off x="393700" y="2774196"/>
            <a:ext cx="3606800" cy="322020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Nulla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tempor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elementum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dapibus</a:t>
            </a:r>
            <a:r>
              <a:rPr lang="en-US" sz="1400" dirty="0">
                <a:ea typeface="Helvetica Neue" panose="02000503000000020004" pitchFamily="2" charset="0"/>
                <a:cs typeface="Helvetica Neue" panose="02000503000000020004" pitchFamily="2" charset="0"/>
                <a:sym typeface="Office Sans"/>
              </a:rPr>
              <a:t>. Nam non ante quis </a:t>
            </a:r>
            <a:r>
              <a:rPr lang="en-US" sz="1400" dirty="0" err="1">
                <a:ea typeface="Helvetica Neue" panose="02000503000000020004" pitchFamily="2" charset="0"/>
                <a:cs typeface="Helvetica Neue" panose="02000503000000020004" pitchFamily="2" charset="0"/>
                <a:sym typeface="Office Sans"/>
              </a:rPr>
              <a:t>enim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fringilla</a:t>
            </a:r>
            <a:r>
              <a:rPr lang="en-US" sz="1400" dirty="0">
                <a:ea typeface="Helvetica Neue" panose="02000503000000020004" pitchFamily="2" charset="0"/>
                <a:cs typeface="Helvetica Neue" panose="02000503000000020004" pitchFamily="2" charset="0"/>
                <a:sym typeface="Office Sans"/>
              </a:rPr>
              <a:t> tempus nec in </a:t>
            </a:r>
            <a:r>
              <a:rPr lang="en-US" sz="1400" dirty="0" err="1">
                <a:ea typeface="Helvetica Neue" panose="02000503000000020004" pitchFamily="2" charset="0"/>
                <a:cs typeface="Helvetica Neue" panose="02000503000000020004" pitchFamily="2" charset="0"/>
                <a:sym typeface="Office Sans"/>
              </a:rPr>
              <a:t>lectus</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ffice Sans"/>
              </a:rPr>
              <a:t>Lorem ipsum dolor sit </a:t>
            </a:r>
            <a:r>
              <a:rPr lang="en-US" sz="1400" dirty="0" err="1">
                <a:ea typeface="Helvetica Neue" panose="02000503000000020004" pitchFamily="2" charset="0"/>
                <a:cs typeface="Helvetica Neue" panose="02000503000000020004" pitchFamily="2" charset="0"/>
                <a:sym typeface="Office Sans"/>
              </a:rPr>
              <a:t>amet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consectetur</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adipiscing</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elit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Pellentesque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ultricies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quam</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ut</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massa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luctus</a:t>
            </a:r>
            <a:r>
              <a:rPr lang="en-US" sz="1400" dirty="0">
                <a:ea typeface="Helvetica Neue" panose="02000503000000020004" pitchFamily="2" charset="0"/>
                <a:cs typeface="Helvetica Neue" panose="02000503000000020004" pitchFamily="2" charset="0"/>
                <a:sym typeface="Office Sans"/>
              </a:rPr>
              <a:t> cursus. </a:t>
            </a:r>
            <a:r>
              <a:rPr lang="en-US" sz="1400" dirty="0" err="1">
                <a:ea typeface="Helvetica Neue" panose="02000503000000020004" pitchFamily="2" charset="0"/>
                <a:cs typeface="Helvetica Neue" panose="02000503000000020004" pitchFamily="2" charset="0"/>
                <a:sym typeface="Office Sans"/>
              </a:rPr>
              <a:t>Nullam</a:t>
            </a:r>
            <a:r>
              <a:rPr lang="en-US" sz="1400" dirty="0">
                <a:ea typeface="Helvetica Neue" panose="02000503000000020004" pitchFamily="2" charset="0"/>
                <a:cs typeface="Helvetica Neue" panose="02000503000000020004" pitchFamily="2" charset="0"/>
                <a:sym typeface="Office Sans"/>
              </a:rPr>
              <a:t> pharetra </a:t>
            </a:r>
            <a:r>
              <a:rPr lang="en-US" sz="1400" dirty="0" err="1">
                <a:ea typeface="Helvetica Neue" panose="02000503000000020004" pitchFamily="2" charset="0"/>
                <a:cs typeface="Helvetica Neue" panose="02000503000000020004" pitchFamily="2" charset="0"/>
                <a:sym typeface="Office Sans"/>
              </a:rPr>
              <a:t>mauris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tortor</a:t>
            </a:r>
            <a:r>
              <a:rPr lang="en-US" sz="1400" dirty="0">
                <a:ea typeface="Helvetica Neue" panose="02000503000000020004" pitchFamily="2" charset="0"/>
                <a:cs typeface="Helvetica Neue" panose="02000503000000020004" pitchFamily="2" charset="0"/>
                <a:sym typeface="Office Sans"/>
              </a:rPr>
              <a:t>. In hac </a:t>
            </a:r>
            <a:r>
              <a:rPr lang="en-US" sz="1400" dirty="0" err="1">
                <a:ea typeface="Helvetica Neue" panose="02000503000000020004" pitchFamily="2" charset="0"/>
                <a:cs typeface="Helvetica Neue" panose="02000503000000020004" pitchFamily="2" charset="0"/>
                <a:sym typeface="Office Sans"/>
              </a:rPr>
              <a:t>habitasse</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platea</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dictumst</a:t>
            </a:r>
            <a:r>
              <a:rPr lang="en-US" sz="1400" dirty="0">
                <a:ea typeface="Helvetica Neue" panose="02000503000000020004" pitchFamily="2" charset="0"/>
                <a:cs typeface="Helvetica Neue" panose="02000503000000020004" pitchFamily="2" charset="0"/>
                <a:sym typeface="Office Sans"/>
              </a:rPr>
              <a:t>. Proin </a:t>
            </a:r>
            <a:r>
              <a:rPr lang="en-US" sz="1400" dirty="0" err="1">
                <a:ea typeface="Helvetica Neue" panose="02000503000000020004" pitchFamily="2" charset="0"/>
                <a:cs typeface="Helvetica Neue" panose="02000503000000020004" pitchFamily="2" charset="0"/>
                <a:sym typeface="Office Sans"/>
              </a:rPr>
              <a:t>mattis</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nibh</a:t>
            </a:r>
            <a:r>
              <a:rPr lang="en-US" sz="1400" dirty="0">
                <a:ea typeface="Helvetica Neue" panose="02000503000000020004" pitchFamily="2" charset="0"/>
                <a:cs typeface="Helvetica Neue" panose="02000503000000020004" pitchFamily="2" charset="0"/>
                <a:sym typeface="Office Sans"/>
              </a:rPr>
              <a:t> </a:t>
            </a:r>
            <a:r>
              <a:rPr lang="en-US" sz="1400" dirty="0" err="1">
                <a:ea typeface="Helvetica Neue" panose="02000503000000020004" pitchFamily="2" charset="0"/>
                <a:cs typeface="Helvetica Neue" panose="02000503000000020004" pitchFamily="2" charset="0"/>
                <a:sym typeface="Office Sans"/>
              </a:rPr>
              <a:t>risus</a:t>
            </a:r>
            <a:r>
              <a:rPr lang="en-US" sz="1400" dirty="0">
                <a:ea typeface="Helvetica Neue" panose="02000503000000020004" pitchFamily="2" charset="0"/>
                <a:cs typeface="Helvetica Neue" panose="02000503000000020004" pitchFamily="2" charset="0"/>
                <a:sym typeface="Office Sans"/>
              </a:rPr>
              <a:t>. </a:t>
            </a:r>
          </a:p>
        </p:txBody>
      </p:sp>
      <p:sp>
        <p:nvSpPr>
          <p:cNvPr id="8" name="Google Shape;534;p58">
            <a:extLst>
              <a:ext uri="{FF2B5EF4-FFF2-40B4-BE49-F238E27FC236}">
                <a16:creationId xmlns:a16="http://schemas.microsoft.com/office/drawing/2014/main" id="{D136FB89-7449-CC90-F061-B6BF578EA25E}"/>
              </a:ext>
            </a:extLst>
          </p:cNvPr>
          <p:cNvSpPr txBox="1">
            <a:spLocks/>
          </p:cNvSpPr>
          <p:nvPr/>
        </p:nvSpPr>
        <p:spPr>
          <a:xfrm>
            <a:off x="393700" y="1564835"/>
            <a:ext cx="3606800" cy="117836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ffice Sans"/>
              </a:rPr>
              <a:t>Lorem ipsum dolor sit </a:t>
            </a:r>
            <a:r>
              <a:rPr lang="en-US" sz="2000" dirty="0" err="1">
                <a:latin typeface="+mj-lt"/>
                <a:ea typeface="Helvetica Neue" panose="02000503000000020004" pitchFamily="2" charset="0"/>
                <a:cs typeface="Helvetica Neue" panose="02000503000000020004" pitchFamily="2" charset="0"/>
                <a:sym typeface="Office Sans"/>
              </a:rPr>
              <a:t>amet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consectetur</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adipiscing</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elit</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Pellentesque</a:t>
            </a:r>
            <a:r>
              <a:rPr lang="en-US" sz="2000" dirty="0">
                <a:latin typeface="+mj-lt"/>
                <a:ea typeface="Helvetica Neue" panose="02000503000000020004" pitchFamily="2" charset="0"/>
                <a:cs typeface="Helvetica Neue" panose="02000503000000020004" pitchFamily="2" charset="0"/>
                <a:sym typeface="Office Sans"/>
              </a:rPr>
              <a:t> </a:t>
            </a:r>
            <a:r>
              <a:rPr lang="en-US" sz="2000" dirty="0" err="1">
                <a:latin typeface="+mj-lt"/>
                <a:ea typeface="Helvetica Neue" panose="02000503000000020004" pitchFamily="2" charset="0"/>
                <a:cs typeface="Helvetica Neue" panose="02000503000000020004" pitchFamily="2" charset="0"/>
                <a:sym typeface="Office Sans"/>
              </a:rPr>
              <a:t>ultricies</a:t>
            </a:r>
            <a:r>
              <a:rPr lang="en-US" sz="2000" dirty="0">
                <a:latin typeface="+mj-lt"/>
                <a:ea typeface="Helvetica Neue" panose="02000503000000020004" pitchFamily="2" charset="0"/>
                <a:cs typeface="Helvetica Neue" panose="02000503000000020004" pitchFamily="2" charset="0"/>
                <a:sym typeface="Office Sans"/>
              </a:rPr>
              <a:t>.</a:t>
            </a:r>
          </a:p>
        </p:txBody>
      </p:sp>
    </p:spTree>
    <p:extLst>
      <p:ext uri="{BB962C8B-B14F-4D97-AF65-F5344CB8AC3E}">
        <p14:creationId xmlns:p14="http://schemas.microsoft.com/office/powerpoint/2010/main" val="25538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CA52547-020D-99FE-7808-E009E93F50A1}"/>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F29587C6-818E-614C-4E8F-CD264BB5DD41}"/>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10</a:t>
            </a:fld>
            <a:endParaRPr dirty="0">
              <a:sym typeface="Office Sans"/>
            </a:endParaRPr>
          </a:p>
        </p:txBody>
      </p:sp>
      <p:sp>
        <p:nvSpPr>
          <p:cNvPr id="533" name="Google Shape;533;p58">
            <a:extLst>
              <a:ext uri="{FF2B5EF4-FFF2-40B4-BE49-F238E27FC236}">
                <a16:creationId xmlns:a16="http://schemas.microsoft.com/office/drawing/2014/main" id="{E3FE1DBC-074A-B31C-7363-7F3B84443707}"/>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Chart with three cards</a:t>
            </a:r>
            <a:endParaRPr dirty="0">
              <a:solidFill>
                <a:schemeClr val="accent1"/>
              </a:solidFill>
            </a:endParaRPr>
          </a:p>
        </p:txBody>
      </p:sp>
      <p:graphicFrame>
        <p:nvGraphicFramePr>
          <p:cNvPr id="4" name="Chart 3">
            <a:extLst>
              <a:ext uri="{FF2B5EF4-FFF2-40B4-BE49-F238E27FC236}">
                <a16:creationId xmlns:a16="http://schemas.microsoft.com/office/drawing/2014/main" id="{892A243F-0816-2E7E-47DA-72090C074831}"/>
              </a:ext>
            </a:extLst>
          </p:cNvPr>
          <p:cNvGraphicFramePr/>
          <p:nvPr>
            <p:extLst>
              <p:ext uri="{D42A27DB-BD31-4B8C-83A1-F6EECF244321}">
                <p14:modId xmlns:p14="http://schemas.microsoft.com/office/powerpoint/2010/main" val="3139987496"/>
              </p:ext>
            </p:extLst>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41655C29-3D04-D88C-395C-E6000B5894F9}"/>
              </a:ext>
            </a:extLst>
          </p:cNvPr>
          <p:cNvSpPr>
            <a:spLocks noGrp="1"/>
          </p:cNvSpPr>
          <p:nvPr>
            <p:ph type="ftr" sz="quarter" idx="3"/>
          </p:nvPr>
        </p:nvSpPr>
        <p:spPr/>
        <p:txBody>
          <a:bodyPr/>
          <a:lstStyle/>
          <a:p>
            <a:endParaRPr lang="en-US" sz="1100" dirty="0"/>
          </a:p>
        </p:txBody>
      </p:sp>
      <p:sp>
        <p:nvSpPr>
          <p:cNvPr id="6" name="Rounded Rectangle 5">
            <a:extLst>
              <a:ext uri="{FF2B5EF4-FFF2-40B4-BE49-F238E27FC236}">
                <a16:creationId xmlns:a16="http://schemas.microsoft.com/office/drawing/2014/main" id="{DEFFCFBF-F669-9423-2DB8-D166659E1B79}"/>
              </a:ext>
            </a:extLst>
          </p:cNvPr>
          <p:cNvSpPr/>
          <p:nvPr/>
        </p:nvSpPr>
        <p:spPr>
          <a:xfrm>
            <a:off x="6264412" y="2374900"/>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2B25D3D5-48E8-D985-A4A9-9DA67A423BF8}"/>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Content Placeholder 10">
            <a:extLst>
              <a:ext uri="{FF2B5EF4-FFF2-40B4-BE49-F238E27FC236}">
                <a16:creationId xmlns:a16="http://schemas.microsoft.com/office/drawing/2014/main" id="{993A9C42-081B-E830-D8CB-13511AF87915}"/>
              </a:ext>
            </a:extLst>
          </p:cNvPr>
          <p:cNvSpPr txBox="1">
            <a:spLocks/>
          </p:cNvSpPr>
          <p:nvPr/>
        </p:nvSpPr>
        <p:spPr>
          <a:xfrm>
            <a:off x="6558438" y="3088295"/>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3" name="TextBox 12">
            <a:extLst>
              <a:ext uri="{FF2B5EF4-FFF2-40B4-BE49-F238E27FC236}">
                <a16:creationId xmlns:a16="http://schemas.microsoft.com/office/drawing/2014/main" id="{F3899B51-315F-2B69-8DFE-6F0EE585DE74}"/>
              </a:ext>
            </a:extLst>
          </p:cNvPr>
          <p:cNvSpPr txBox="1"/>
          <p:nvPr/>
        </p:nvSpPr>
        <p:spPr>
          <a:xfrm>
            <a:off x="6555127" y="2631212"/>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14" name="Content Placeholder 10">
            <a:extLst>
              <a:ext uri="{FF2B5EF4-FFF2-40B4-BE49-F238E27FC236}">
                <a16:creationId xmlns:a16="http://schemas.microsoft.com/office/drawing/2014/main" id="{DBE99E9C-A611-68DB-873D-1306B6DA4538}"/>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5" name="TextBox 14">
            <a:extLst>
              <a:ext uri="{FF2B5EF4-FFF2-40B4-BE49-F238E27FC236}">
                <a16:creationId xmlns:a16="http://schemas.microsoft.com/office/drawing/2014/main" id="{5A7172E7-1168-69D9-D755-CC735D3A9194}"/>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
        <p:nvSpPr>
          <p:cNvPr id="16" name="Rounded Rectangle 15">
            <a:extLst>
              <a:ext uri="{FF2B5EF4-FFF2-40B4-BE49-F238E27FC236}">
                <a16:creationId xmlns:a16="http://schemas.microsoft.com/office/drawing/2014/main" id="{B252D751-7B28-98E9-CF7E-0EB98657E0AF}"/>
              </a:ext>
            </a:extLst>
          </p:cNvPr>
          <p:cNvSpPr/>
          <p:nvPr/>
        </p:nvSpPr>
        <p:spPr>
          <a:xfrm>
            <a:off x="6264412" y="391117"/>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7" name="Content Placeholder 10">
            <a:extLst>
              <a:ext uri="{FF2B5EF4-FFF2-40B4-BE49-F238E27FC236}">
                <a16:creationId xmlns:a16="http://schemas.microsoft.com/office/drawing/2014/main" id="{07D94FB0-B75A-4229-2FD1-CA1FAAC57998}"/>
              </a:ext>
            </a:extLst>
          </p:cNvPr>
          <p:cNvSpPr txBox="1">
            <a:spLocks/>
          </p:cNvSpPr>
          <p:nvPr/>
        </p:nvSpPr>
        <p:spPr>
          <a:xfrm>
            <a:off x="6558438" y="1104512"/>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ffice Sans"/>
              </a:rPr>
              <a:t>. </a:t>
            </a:r>
          </a:p>
        </p:txBody>
      </p:sp>
      <p:sp>
        <p:nvSpPr>
          <p:cNvPr id="18" name="TextBox 17">
            <a:extLst>
              <a:ext uri="{FF2B5EF4-FFF2-40B4-BE49-F238E27FC236}">
                <a16:creationId xmlns:a16="http://schemas.microsoft.com/office/drawing/2014/main" id="{20D1D081-A168-A031-F892-8E2476A4AF34}"/>
              </a:ext>
            </a:extLst>
          </p:cNvPr>
          <p:cNvSpPr txBox="1"/>
          <p:nvPr/>
        </p:nvSpPr>
        <p:spPr>
          <a:xfrm>
            <a:off x="6555127" y="647429"/>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ffice Sans"/>
              </a:rPr>
              <a:t>Topic title goes here</a:t>
            </a:r>
          </a:p>
        </p:txBody>
      </p:sp>
    </p:spTree>
    <p:extLst>
      <p:ext uri="{BB962C8B-B14F-4D97-AF65-F5344CB8AC3E}">
        <p14:creationId xmlns:p14="http://schemas.microsoft.com/office/powerpoint/2010/main" val="314597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1A03D60E-5DAA-16C1-57A8-527A813C058D}"/>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5E36811-4D7D-1AF4-2047-7797FCF5546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11</a:t>
            </a:fld>
            <a:endParaRPr dirty="0">
              <a:sym typeface="Office Sans"/>
            </a:endParaRPr>
          </a:p>
        </p:txBody>
      </p:sp>
      <p:sp>
        <p:nvSpPr>
          <p:cNvPr id="533" name="Google Shape;533;p58">
            <a:extLst>
              <a:ext uri="{FF2B5EF4-FFF2-40B4-BE49-F238E27FC236}">
                <a16:creationId xmlns:a16="http://schemas.microsoft.com/office/drawing/2014/main" id="{0619161C-354F-15D6-9579-085F52D7C5B2}"/>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Chart with three cards</a:t>
            </a:r>
            <a:endParaRPr dirty="0">
              <a:solidFill>
                <a:schemeClr val="accent1"/>
              </a:solidFill>
            </a:endParaRPr>
          </a:p>
        </p:txBody>
      </p:sp>
      <p:graphicFrame>
        <p:nvGraphicFramePr>
          <p:cNvPr id="4" name="Chart 3">
            <a:extLst>
              <a:ext uri="{FF2B5EF4-FFF2-40B4-BE49-F238E27FC236}">
                <a16:creationId xmlns:a16="http://schemas.microsoft.com/office/drawing/2014/main" id="{F9ECF619-B138-985C-78A5-B4A36DC109EB}"/>
              </a:ext>
            </a:extLst>
          </p:cNvPr>
          <p:cNvGraphicFramePr/>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28BED08C-D3A0-E23F-F823-E34BEC6E5268}"/>
              </a:ext>
            </a:extLst>
          </p:cNvPr>
          <p:cNvSpPr>
            <a:spLocks noGrp="1"/>
          </p:cNvSpPr>
          <p:nvPr>
            <p:ph type="ftr" sz="quarter" idx="3"/>
          </p:nvPr>
        </p:nvSpPr>
        <p:spPr/>
        <p:txBody>
          <a:bodyPr/>
          <a:lstStyle/>
          <a:p>
            <a:endParaRPr lang="en-US" sz="1100" dirty="0"/>
          </a:p>
        </p:txBody>
      </p:sp>
      <p:sp>
        <p:nvSpPr>
          <p:cNvPr id="2" name="Rounded Rectangle 1">
            <a:extLst>
              <a:ext uri="{FF2B5EF4-FFF2-40B4-BE49-F238E27FC236}">
                <a16:creationId xmlns:a16="http://schemas.microsoft.com/office/drawing/2014/main" id="{C1DC18F5-97D1-0F9E-AF97-E39D1D597D57}"/>
              </a:ext>
            </a:extLst>
          </p:cNvPr>
          <p:cNvSpPr/>
          <p:nvPr/>
        </p:nvSpPr>
        <p:spPr>
          <a:xfrm>
            <a:off x="6271986"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 name="Content Placeholder 9">
            <a:extLst>
              <a:ext uri="{FF2B5EF4-FFF2-40B4-BE49-F238E27FC236}">
                <a16:creationId xmlns:a16="http://schemas.microsoft.com/office/drawing/2014/main" id="{90C522A2-2174-5AFA-9A00-7E4BBCEB22B0}"/>
              </a:ext>
            </a:extLst>
          </p:cNvPr>
          <p:cNvSpPr txBox="1">
            <a:spLocks/>
          </p:cNvSpPr>
          <p:nvPr/>
        </p:nvSpPr>
        <p:spPr>
          <a:xfrm>
            <a:off x="6494348"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ffice Sans"/>
              </a:rPr>
              <a:t>12%</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7" name="Content Placeholder 15">
            <a:extLst>
              <a:ext uri="{FF2B5EF4-FFF2-40B4-BE49-F238E27FC236}">
                <a16:creationId xmlns:a16="http://schemas.microsoft.com/office/drawing/2014/main" id="{3859261F-DEEB-D3E4-08EA-A3B8D1EB0F8B}"/>
              </a:ext>
            </a:extLst>
          </p:cNvPr>
          <p:cNvSpPr txBox="1">
            <a:spLocks/>
          </p:cNvSpPr>
          <p:nvPr/>
        </p:nvSpPr>
        <p:spPr>
          <a:xfrm>
            <a:off x="6560966"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ffice Sans"/>
              </a:rPr>
              <a:t>Lorem ipsum dolor </a:t>
            </a:r>
            <a:br>
              <a:rPr lang="en-US" sz="1600" dirty="0">
                <a:ea typeface="Helvetica Neue" panose="02000503000000020004" pitchFamily="2" charset="0"/>
                <a:cs typeface="Helvetica Neue" panose="02000503000000020004" pitchFamily="2" charset="0"/>
                <a:sym typeface="Office Sans"/>
              </a:rPr>
            </a:br>
            <a:r>
              <a:rPr lang="en-US" sz="1600" dirty="0">
                <a:ea typeface="Helvetica Neue" panose="02000503000000020004" pitchFamily="2" charset="0"/>
                <a:cs typeface="Helvetica Neue" panose="02000503000000020004" pitchFamily="2" charset="0"/>
                <a:sym typeface="Office Sans"/>
              </a:rPr>
              <a:t>sit </a:t>
            </a:r>
            <a:r>
              <a:rPr lang="en-US" sz="1600" dirty="0" err="1">
                <a:ea typeface="Helvetica Neue" panose="02000503000000020004" pitchFamily="2" charset="0"/>
                <a:cs typeface="Helvetica Neue" panose="02000503000000020004" pitchFamily="2" charset="0"/>
                <a:sym typeface="Office Sans"/>
              </a:rPr>
              <a:t>amet</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consectetur</a:t>
            </a:r>
            <a:endParaRPr lang="en-US" sz="1600" dirty="0">
              <a:ea typeface="Helvetica Neue" panose="02000503000000020004" pitchFamily="2" charset="0"/>
              <a:cs typeface="Helvetica Neue" panose="02000503000000020004" pitchFamily="2" charset="0"/>
              <a:sym typeface="Office Sans"/>
            </a:endParaRPr>
          </a:p>
        </p:txBody>
      </p:sp>
      <p:sp>
        <p:nvSpPr>
          <p:cNvPr id="8" name="Rounded Rectangle 7">
            <a:extLst>
              <a:ext uri="{FF2B5EF4-FFF2-40B4-BE49-F238E27FC236}">
                <a16:creationId xmlns:a16="http://schemas.microsoft.com/office/drawing/2014/main" id="{46A67EF5-6C28-37C0-A44F-C89DA6A63CE8}"/>
              </a:ext>
            </a:extLst>
          </p:cNvPr>
          <p:cNvSpPr/>
          <p:nvPr/>
        </p:nvSpPr>
        <p:spPr>
          <a:xfrm>
            <a:off x="9224191"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Content Placeholder 9">
            <a:extLst>
              <a:ext uri="{FF2B5EF4-FFF2-40B4-BE49-F238E27FC236}">
                <a16:creationId xmlns:a16="http://schemas.microsoft.com/office/drawing/2014/main" id="{C1178A3C-CA3E-3A18-E320-61DF2ABD5D3C}"/>
              </a:ext>
            </a:extLst>
          </p:cNvPr>
          <p:cNvSpPr txBox="1">
            <a:spLocks/>
          </p:cNvSpPr>
          <p:nvPr/>
        </p:nvSpPr>
        <p:spPr>
          <a:xfrm>
            <a:off x="9446553"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ffice Sans"/>
              </a:rPr>
              <a:t>12%</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10" name="Content Placeholder 15">
            <a:extLst>
              <a:ext uri="{FF2B5EF4-FFF2-40B4-BE49-F238E27FC236}">
                <a16:creationId xmlns:a16="http://schemas.microsoft.com/office/drawing/2014/main" id="{9A0C1C6C-0D79-048C-2E65-5A332ED31144}"/>
              </a:ext>
            </a:extLst>
          </p:cNvPr>
          <p:cNvSpPr txBox="1">
            <a:spLocks/>
          </p:cNvSpPr>
          <p:nvPr/>
        </p:nvSpPr>
        <p:spPr>
          <a:xfrm>
            <a:off x="9513171"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ffice Sans"/>
              </a:rPr>
              <a:t>Lorem ipsum dolor </a:t>
            </a:r>
            <a:br>
              <a:rPr lang="en-US" sz="1600" dirty="0">
                <a:ea typeface="Helvetica Neue" panose="02000503000000020004" pitchFamily="2" charset="0"/>
                <a:cs typeface="Helvetica Neue" panose="02000503000000020004" pitchFamily="2" charset="0"/>
                <a:sym typeface="Office Sans"/>
              </a:rPr>
            </a:br>
            <a:r>
              <a:rPr lang="en-US" sz="1600" dirty="0">
                <a:ea typeface="Helvetica Neue" panose="02000503000000020004" pitchFamily="2" charset="0"/>
                <a:cs typeface="Helvetica Neue" panose="02000503000000020004" pitchFamily="2" charset="0"/>
                <a:sym typeface="Office Sans"/>
              </a:rPr>
              <a:t>sit </a:t>
            </a:r>
            <a:r>
              <a:rPr lang="en-US" sz="1600" dirty="0" err="1">
                <a:ea typeface="Helvetica Neue" panose="02000503000000020004" pitchFamily="2" charset="0"/>
                <a:cs typeface="Helvetica Neue" panose="02000503000000020004" pitchFamily="2" charset="0"/>
                <a:sym typeface="Office Sans"/>
              </a:rPr>
              <a:t>amet</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consectetur</a:t>
            </a:r>
            <a:endParaRPr lang="en-US" sz="1600" dirty="0">
              <a:ea typeface="Helvetica Neue" panose="02000503000000020004" pitchFamily="2" charset="0"/>
              <a:cs typeface="Helvetica Neue" panose="02000503000000020004" pitchFamily="2" charset="0"/>
              <a:sym typeface="Office Sans"/>
            </a:endParaRPr>
          </a:p>
        </p:txBody>
      </p:sp>
      <p:sp>
        <p:nvSpPr>
          <p:cNvPr id="19" name="Content Placeholder 2">
            <a:extLst>
              <a:ext uri="{FF2B5EF4-FFF2-40B4-BE49-F238E27FC236}">
                <a16:creationId xmlns:a16="http://schemas.microsoft.com/office/drawing/2014/main" id="{A1ADE962-9ED7-3644-FA2A-7A64E19E9545}"/>
              </a:ext>
            </a:extLst>
          </p:cNvPr>
          <p:cNvSpPr txBox="1">
            <a:spLocks/>
          </p:cNvSpPr>
          <p:nvPr/>
        </p:nvSpPr>
        <p:spPr>
          <a:xfrm>
            <a:off x="6258427" y="4971337"/>
            <a:ext cx="5539873" cy="9906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ffice Sans"/>
              </a:rPr>
              <a:t>Lorem ipsum dolor sit </a:t>
            </a:r>
            <a:r>
              <a:rPr lang="en-US" sz="1600" dirty="0" err="1">
                <a:ea typeface="Helvetica Neue" panose="02000503000000020004" pitchFamily="2" charset="0"/>
                <a:cs typeface="Helvetica Neue" panose="02000503000000020004" pitchFamily="2" charset="0"/>
                <a:sym typeface="Office Sans"/>
              </a:rPr>
              <a:t>amet</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consectetur</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adipiscing</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elit</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Pellentesque</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ultricies</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quam</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ut</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massa</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luctus</a:t>
            </a:r>
            <a:r>
              <a:rPr lang="en-US" sz="1600" dirty="0">
                <a:ea typeface="Helvetica Neue" panose="02000503000000020004" pitchFamily="2" charset="0"/>
                <a:cs typeface="Helvetica Neue" panose="02000503000000020004" pitchFamily="2" charset="0"/>
                <a:sym typeface="Office Sans"/>
              </a:rPr>
              <a:t> cursus. </a:t>
            </a:r>
            <a:r>
              <a:rPr lang="en-US" sz="1600" dirty="0" err="1">
                <a:ea typeface="Helvetica Neue" panose="02000503000000020004" pitchFamily="2" charset="0"/>
                <a:cs typeface="Helvetica Neue" panose="02000503000000020004" pitchFamily="2" charset="0"/>
                <a:sym typeface="Office Sans"/>
              </a:rPr>
              <a:t>Nullam</a:t>
            </a:r>
            <a:r>
              <a:rPr lang="en-US" sz="1600" dirty="0">
                <a:ea typeface="Helvetica Neue" panose="02000503000000020004" pitchFamily="2" charset="0"/>
                <a:cs typeface="Helvetica Neue" panose="02000503000000020004" pitchFamily="2" charset="0"/>
                <a:sym typeface="Office Sans"/>
              </a:rPr>
              <a:t> pharetra </a:t>
            </a:r>
            <a:r>
              <a:rPr lang="en-US" sz="1600" dirty="0" err="1">
                <a:ea typeface="Helvetica Neue" panose="02000503000000020004" pitchFamily="2" charset="0"/>
                <a:cs typeface="Helvetica Neue" panose="02000503000000020004" pitchFamily="2" charset="0"/>
                <a:sym typeface="Office Sans"/>
              </a:rPr>
              <a:t>mauris</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tortor</a:t>
            </a:r>
            <a:r>
              <a:rPr lang="en-US" sz="1600" dirty="0">
                <a:ea typeface="Helvetica Neue" panose="02000503000000020004" pitchFamily="2" charset="0"/>
                <a:cs typeface="Helvetica Neue" panose="02000503000000020004" pitchFamily="2" charset="0"/>
                <a:sym typeface="Office Sans"/>
              </a:rPr>
              <a:t>. In hac </a:t>
            </a:r>
            <a:r>
              <a:rPr lang="en-US" sz="1600" dirty="0" err="1">
                <a:ea typeface="Helvetica Neue" panose="02000503000000020004" pitchFamily="2" charset="0"/>
                <a:cs typeface="Helvetica Neue" panose="02000503000000020004" pitchFamily="2" charset="0"/>
                <a:sym typeface="Office Sans"/>
              </a:rPr>
              <a:t>habitasse</a:t>
            </a:r>
            <a:r>
              <a:rPr lang="en-US" sz="1600" dirty="0">
                <a:ea typeface="Helvetica Neue" panose="02000503000000020004" pitchFamily="2" charset="0"/>
                <a:cs typeface="Helvetica Neue" panose="02000503000000020004" pitchFamily="2" charset="0"/>
                <a:sym typeface="Office Sans"/>
              </a:rPr>
              <a:t> </a:t>
            </a:r>
            <a:r>
              <a:rPr lang="en-US" sz="1600" dirty="0" err="1">
                <a:ea typeface="Helvetica Neue" panose="02000503000000020004" pitchFamily="2" charset="0"/>
                <a:cs typeface="Helvetica Neue" panose="02000503000000020004" pitchFamily="2" charset="0"/>
                <a:sym typeface="Office Sans"/>
              </a:rPr>
              <a:t>platea</a:t>
            </a:r>
            <a:r>
              <a:rPr lang="en-US" sz="1600" dirty="0">
                <a:ea typeface="Helvetica Neue" panose="02000503000000020004" pitchFamily="2" charset="0"/>
                <a:cs typeface="Helvetica Neue" panose="02000503000000020004" pitchFamily="2" charset="0"/>
                <a:sym typeface="Office Sans"/>
              </a:rPr>
              <a:t>. </a:t>
            </a:r>
          </a:p>
        </p:txBody>
      </p:sp>
    </p:spTree>
    <p:extLst>
      <p:ext uri="{BB962C8B-B14F-4D97-AF65-F5344CB8AC3E}">
        <p14:creationId xmlns:p14="http://schemas.microsoft.com/office/powerpoint/2010/main" val="399383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D4E6-CFF8-CAD9-A94E-1228D81EA56C}"/>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BCC789E-87DC-C416-5298-C7F6E26A9533}"/>
              </a:ext>
            </a:extLst>
          </p:cNvPr>
          <p:cNvSpPr>
            <a:spLocks noGrp="1"/>
          </p:cNvSpPr>
          <p:nvPr>
            <p:ph idx="1"/>
          </p:nvPr>
        </p:nvSpPr>
        <p:spPr>
          <a:xfrm>
            <a:off x="393700" y="3822700"/>
            <a:ext cx="2595934" cy="1168400"/>
          </a:xfrm>
        </p:spPr>
        <p:txBody>
          <a:bodyPr>
            <a:noAutofit/>
          </a:bodyPr>
          <a:lstStyle/>
          <a:p>
            <a:pPr marL="0" indent="0">
              <a:lnSpc>
                <a:spcPct val="114000"/>
              </a:lnSpc>
              <a:spcBef>
                <a:spcPts val="0"/>
              </a:spcBef>
              <a:spcAft>
                <a:spcPts val="800"/>
              </a:spcAft>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ffice Sans"/>
              </a:rPr>
              <a:t>Title here</a:t>
            </a:r>
          </a:p>
          <a:p>
            <a:pPr marL="0" indent="0">
              <a:lnSpc>
                <a:spcPct val="114000"/>
              </a:lnSpc>
              <a:spcBef>
                <a:spcPts val="0"/>
              </a:spcBef>
              <a:spcAft>
                <a:spcPts val="800"/>
              </a:spcAft>
            </a:pPr>
            <a:r>
              <a:rPr lang="en-US" dirty="0">
                <a:ea typeface="Helvetica Neue" panose="02000503000000020004" pitchFamily="2" charset="0"/>
                <a:cs typeface="Helvetica Neue" panose="02000503000000020004" pitchFamily="2" charset="0"/>
                <a:sym typeface="Office Sans"/>
              </a:rPr>
              <a:t>Lorem ipsum dolor sit </a:t>
            </a:r>
            <a:r>
              <a:rPr lang="en-US" dirty="0" err="1">
                <a:ea typeface="Helvetica Neue" panose="02000503000000020004" pitchFamily="2" charset="0"/>
                <a:cs typeface="Helvetica Neue" panose="02000503000000020004" pitchFamily="2" charset="0"/>
                <a:sym typeface="Office Sans"/>
              </a:rPr>
              <a:t>amet</a:t>
            </a:r>
            <a:r>
              <a:rPr lang="en-US" dirty="0">
                <a:ea typeface="Helvetica Neue" panose="02000503000000020004" pitchFamily="2" charset="0"/>
                <a:cs typeface="Helvetica Neue" panose="02000503000000020004" pitchFamily="2" charset="0"/>
                <a:sym typeface="Office Sans"/>
              </a:rPr>
              <a:t>, </a:t>
            </a:r>
            <a:r>
              <a:rPr lang="en-US" dirty="0" err="1">
                <a:ea typeface="Helvetica Neue" panose="02000503000000020004" pitchFamily="2" charset="0"/>
                <a:cs typeface="Helvetica Neue" panose="02000503000000020004" pitchFamily="2" charset="0"/>
                <a:sym typeface="Office Sans"/>
              </a:rPr>
              <a:t>consectetur</a:t>
            </a:r>
            <a:r>
              <a:rPr lang="en-US" dirty="0">
                <a:ea typeface="Helvetica Neue" panose="02000503000000020004" pitchFamily="2" charset="0"/>
                <a:cs typeface="Helvetica Neue" panose="02000503000000020004" pitchFamily="2" charset="0"/>
                <a:sym typeface="Office Sans"/>
              </a:rPr>
              <a:t> </a:t>
            </a:r>
            <a:r>
              <a:rPr lang="en-US" dirty="0" err="1">
                <a:ea typeface="Helvetica Neue" panose="02000503000000020004" pitchFamily="2" charset="0"/>
                <a:cs typeface="Helvetica Neue" panose="02000503000000020004" pitchFamily="2" charset="0"/>
                <a:sym typeface="Office Sans"/>
              </a:rPr>
              <a:t>adipiscing</a:t>
            </a:r>
            <a:r>
              <a:rPr lang="en-US" dirty="0">
                <a:ea typeface="Helvetica Neue" panose="02000503000000020004" pitchFamily="2" charset="0"/>
                <a:cs typeface="Helvetica Neue" panose="02000503000000020004" pitchFamily="2" charset="0"/>
                <a:sym typeface="Office Sans"/>
              </a:rPr>
              <a:t> </a:t>
            </a:r>
            <a:r>
              <a:rPr lang="en-US" dirty="0" err="1">
                <a:ea typeface="Helvetica Neue" panose="02000503000000020004" pitchFamily="2" charset="0"/>
                <a:cs typeface="Helvetica Neue" panose="02000503000000020004" pitchFamily="2" charset="0"/>
                <a:sym typeface="Office Sans"/>
              </a:rPr>
              <a:t>elit</a:t>
            </a:r>
            <a:r>
              <a:rPr lang="en-US" dirty="0">
                <a:ea typeface="Helvetica Neue" panose="02000503000000020004" pitchFamily="2" charset="0"/>
                <a:cs typeface="Helvetica Neue" panose="02000503000000020004" pitchFamily="2" charset="0"/>
                <a:sym typeface="Office Sans"/>
              </a:rPr>
              <a:t>. </a:t>
            </a:r>
            <a:r>
              <a:rPr lang="en-US" dirty="0" err="1">
                <a:ea typeface="Helvetica Neue" panose="02000503000000020004" pitchFamily="2" charset="0"/>
                <a:cs typeface="Helvetica Neue" panose="02000503000000020004" pitchFamily="2" charset="0"/>
                <a:sym typeface="Office Sans"/>
              </a:rPr>
              <a:t>Pellentesque</a:t>
            </a:r>
            <a:r>
              <a:rPr lang="en-US" dirty="0">
                <a:ea typeface="Helvetica Neue" panose="02000503000000020004" pitchFamily="2" charset="0"/>
                <a:cs typeface="Helvetica Neue" panose="02000503000000020004" pitchFamily="2" charset="0"/>
                <a:sym typeface="Office Sans"/>
              </a:rPr>
              <a:t> </a:t>
            </a:r>
            <a:r>
              <a:rPr lang="en-US" dirty="0" err="1">
                <a:ea typeface="Helvetica Neue" panose="02000503000000020004" pitchFamily="2" charset="0"/>
                <a:cs typeface="Helvetica Neue" panose="02000503000000020004" pitchFamily="2" charset="0"/>
                <a:sym typeface="Office Sans"/>
              </a:rPr>
              <a:t>ultricies</a:t>
            </a:r>
            <a:r>
              <a:rPr lang="en-US" dirty="0">
                <a:ea typeface="Helvetica Neue" panose="02000503000000020004" pitchFamily="2" charset="0"/>
                <a:cs typeface="Helvetica Neue" panose="02000503000000020004" pitchFamily="2" charset="0"/>
                <a:sym typeface="Office Sans"/>
              </a:rPr>
              <a:t> </a:t>
            </a:r>
            <a:r>
              <a:rPr lang="en-US" dirty="0" err="1">
                <a:ea typeface="Helvetica Neue" panose="02000503000000020004" pitchFamily="2" charset="0"/>
                <a:cs typeface="Helvetica Neue" panose="02000503000000020004" pitchFamily="2" charset="0"/>
                <a:sym typeface="Office Sans"/>
              </a:rPr>
              <a:t>quam</a:t>
            </a:r>
            <a:r>
              <a:rPr lang="en-US" dirty="0">
                <a:ea typeface="Helvetica Neue" panose="02000503000000020004" pitchFamily="2" charset="0"/>
                <a:cs typeface="Helvetica Neue" panose="02000503000000020004" pitchFamily="2" charset="0"/>
                <a:sym typeface="Office Sans"/>
              </a:rPr>
              <a:t>.</a:t>
            </a:r>
          </a:p>
        </p:txBody>
      </p:sp>
      <p:sp>
        <p:nvSpPr>
          <p:cNvPr id="4" name="Slide Number Placeholder 3">
            <a:extLst>
              <a:ext uri="{FF2B5EF4-FFF2-40B4-BE49-F238E27FC236}">
                <a16:creationId xmlns:a16="http://schemas.microsoft.com/office/drawing/2014/main" id="{6BBF0163-E4B1-61D1-776D-45470B16F0F4}"/>
              </a:ext>
            </a:extLst>
          </p:cNvPr>
          <p:cNvSpPr>
            <a:spLocks noGrp="1"/>
          </p:cNvSpPr>
          <p:nvPr>
            <p:ph type="sldNum" sz="quarter" idx="4"/>
          </p:nvPr>
        </p:nvSpPr>
        <p:spPr/>
        <p:txBody>
          <a:bodyPr/>
          <a:lstStyle/>
          <a:p>
            <a:fld id="{8574A810-7A8E-054F-9F6B-09E9C694ECF9}" type="slidenum">
              <a:rPr lang="en-US" smtClean="0"/>
              <a:pPr/>
              <a:t>12</a:t>
            </a:fld>
            <a:endParaRPr lang="en-US" sz="1100" dirty="0"/>
          </a:p>
        </p:txBody>
      </p:sp>
      <p:sp>
        <p:nvSpPr>
          <p:cNvPr id="11" name="Title 10">
            <a:extLst>
              <a:ext uri="{FF2B5EF4-FFF2-40B4-BE49-F238E27FC236}">
                <a16:creationId xmlns:a16="http://schemas.microsoft.com/office/drawing/2014/main" id="{9759E2FE-9F02-E1B4-EBBC-AA8624ACC339}"/>
              </a:ext>
            </a:extLst>
          </p:cNvPr>
          <p:cNvSpPr>
            <a:spLocks noGrp="1"/>
          </p:cNvSpPr>
          <p:nvPr>
            <p:ph type="title"/>
          </p:nvPr>
        </p:nvSpPr>
        <p:spPr>
          <a:xfrm>
            <a:off x="393700" y="344008"/>
            <a:ext cx="7846838" cy="1034893"/>
          </a:xfrm>
        </p:spPr>
        <p:txBody>
          <a:bodyPr/>
          <a:lstStyle/>
          <a:p>
            <a:r>
              <a:rPr lang="en-US" dirty="0">
                <a:solidFill>
                  <a:schemeClr val="accent1"/>
                </a:solidFill>
              </a:rPr>
              <a:t>Timeline with three text only milestones</a:t>
            </a:r>
          </a:p>
        </p:txBody>
      </p:sp>
      <p:sp>
        <p:nvSpPr>
          <p:cNvPr id="17" name="Text Placeholder 16">
            <a:extLst>
              <a:ext uri="{FF2B5EF4-FFF2-40B4-BE49-F238E27FC236}">
                <a16:creationId xmlns:a16="http://schemas.microsoft.com/office/drawing/2014/main" id="{986AEEE5-7F7B-65AD-1D88-9157CF0514D8}"/>
              </a:ext>
            </a:extLst>
          </p:cNvPr>
          <p:cNvSpPr>
            <a:spLocks noGrp="1"/>
          </p:cNvSpPr>
          <p:nvPr>
            <p:ph type="body" sz="quarter" idx="12"/>
          </p:nvPr>
        </p:nvSpPr>
        <p:spPr>
          <a:xfrm>
            <a:off x="4317119"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ffice Sans"/>
              </a:rPr>
              <a:t>Title here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Lorem ipsum dolor sit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amet</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consectetur</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adipiscing</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elit</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Pellentesque</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ultricies</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quam</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a:t>
            </a:r>
          </a:p>
        </p:txBody>
      </p:sp>
      <p:sp>
        <p:nvSpPr>
          <p:cNvPr id="18" name="Content Placeholder 17">
            <a:extLst>
              <a:ext uri="{FF2B5EF4-FFF2-40B4-BE49-F238E27FC236}">
                <a16:creationId xmlns:a16="http://schemas.microsoft.com/office/drawing/2014/main" id="{B32A8A18-E9FA-02B4-6667-53C019EC43C0}"/>
              </a:ext>
            </a:extLst>
          </p:cNvPr>
          <p:cNvSpPr>
            <a:spLocks noGrp="1"/>
          </p:cNvSpPr>
          <p:nvPr>
            <p:ph idx="13"/>
          </p:nvPr>
        </p:nvSpPr>
        <p:spPr>
          <a:xfrm>
            <a:off x="8240538"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ffice Sans"/>
              </a:rPr>
              <a:t>Title here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Lorem ipsum dolor sit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amet</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consectetur</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adipiscing</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elit</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Pellentesque</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ultricies</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ffice Sans"/>
              </a:rPr>
              <a:t>quam</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ffice Sans"/>
              </a:rPr>
              <a:t>.</a:t>
            </a:r>
          </a:p>
        </p:txBody>
      </p:sp>
      <p:cxnSp>
        <p:nvCxnSpPr>
          <p:cNvPr id="2" name="Google Shape;2259;p159">
            <a:extLst>
              <a:ext uri="{FF2B5EF4-FFF2-40B4-BE49-F238E27FC236}">
                <a16:creationId xmlns:a16="http://schemas.microsoft.com/office/drawing/2014/main" id="{B445FE4B-78BD-90F9-A6AA-1A4EF03DE791}"/>
              </a:ext>
            </a:extLst>
          </p:cNvPr>
          <p:cNvCxnSpPr>
            <a:stCxn id="3" idx="2"/>
          </p:cNvCxnSpPr>
          <p:nvPr/>
        </p:nvCxnSpPr>
        <p:spPr>
          <a:xfrm>
            <a:off x="337718" y="3373753"/>
            <a:ext cx="12245400" cy="300"/>
          </a:xfrm>
          <a:prstGeom prst="straightConnector1">
            <a:avLst/>
          </a:prstGeom>
          <a:noFill/>
          <a:ln w="9525" cap="flat" cmpd="sng">
            <a:solidFill>
              <a:schemeClr val="accent1"/>
            </a:solidFill>
            <a:prstDash val="solid"/>
            <a:round/>
            <a:headEnd type="none" w="med" len="med"/>
            <a:tailEnd type="none" w="med" len="med"/>
          </a:ln>
        </p:spPr>
      </p:cxnSp>
      <p:sp>
        <p:nvSpPr>
          <p:cNvPr id="3" name="Google Shape;2260;p159">
            <a:extLst>
              <a:ext uri="{FF2B5EF4-FFF2-40B4-BE49-F238E27FC236}">
                <a16:creationId xmlns:a16="http://schemas.microsoft.com/office/drawing/2014/main" id="{39A86B1D-EA5D-3FA6-7D83-8F21D70E330E}"/>
              </a:ext>
            </a:extLst>
          </p:cNvPr>
          <p:cNvSpPr/>
          <p:nvPr/>
        </p:nvSpPr>
        <p:spPr>
          <a:xfrm>
            <a:off x="337718"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ffice Sans"/>
              <a:ea typeface="Office Sans"/>
              <a:cs typeface="Office Sans"/>
              <a:sym typeface="Office Sans"/>
            </a:endParaRPr>
          </a:p>
        </p:txBody>
      </p:sp>
      <p:sp>
        <p:nvSpPr>
          <p:cNvPr id="5" name="Google Shape;2261;p159">
            <a:extLst>
              <a:ext uri="{FF2B5EF4-FFF2-40B4-BE49-F238E27FC236}">
                <a16:creationId xmlns:a16="http://schemas.microsoft.com/office/drawing/2014/main" id="{A1013DAF-A2C3-BC42-73D5-9D8AB55DCA94}"/>
              </a:ext>
            </a:extLst>
          </p:cNvPr>
          <p:cNvSpPr/>
          <p:nvPr/>
        </p:nvSpPr>
        <p:spPr>
          <a:xfrm>
            <a:off x="42517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ffice Sans"/>
              <a:ea typeface="Office Sans"/>
              <a:cs typeface="Office Sans"/>
              <a:sym typeface="Office Sans"/>
            </a:endParaRPr>
          </a:p>
        </p:txBody>
      </p:sp>
      <p:sp>
        <p:nvSpPr>
          <p:cNvPr id="6" name="Google Shape;2262;p159">
            <a:extLst>
              <a:ext uri="{FF2B5EF4-FFF2-40B4-BE49-F238E27FC236}">
                <a16:creationId xmlns:a16="http://schemas.microsoft.com/office/drawing/2014/main" id="{4654A74A-2C40-A8C6-E9F9-43C58A3ADE20}"/>
              </a:ext>
            </a:extLst>
          </p:cNvPr>
          <p:cNvSpPr/>
          <p:nvPr/>
        </p:nvSpPr>
        <p:spPr>
          <a:xfrm>
            <a:off x="81760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ffice Sans"/>
              <a:ea typeface="Office Sans"/>
              <a:cs typeface="Office Sans"/>
              <a:sym typeface="Office Sans"/>
            </a:endParaRPr>
          </a:p>
        </p:txBody>
      </p:sp>
      <p:sp>
        <p:nvSpPr>
          <p:cNvPr id="9" name="Content Placeholder 15">
            <a:extLst>
              <a:ext uri="{FF2B5EF4-FFF2-40B4-BE49-F238E27FC236}">
                <a16:creationId xmlns:a16="http://schemas.microsoft.com/office/drawing/2014/main"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ffice Sans"/>
              </a:rPr>
              <a:t>Date</a:t>
            </a:r>
          </a:p>
        </p:txBody>
      </p:sp>
      <p:sp>
        <p:nvSpPr>
          <p:cNvPr id="13" name="Content Placeholder 15">
            <a:extLst>
              <a:ext uri="{FF2B5EF4-FFF2-40B4-BE49-F238E27FC236}">
                <a16:creationId xmlns:a16="http://schemas.microsoft.com/office/drawing/2014/main"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ffice Sans"/>
              </a:rPr>
              <a:t>Date</a:t>
            </a:r>
          </a:p>
        </p:txBody>
      </p:sp>
      <p:sp>
        <p:nvSpPr>
          <p:cNvPr id="14" name="Content Placeholder 15">
            <a:extLst>
              <a:ext uri="{FF2B5EF4-FFF2-40B4-BE49-F238E27FC236}">
                <a16:creationId xmlns:a16="http://schemas.microsoft.com/office/drawing/2014/main"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ffice Sans"/>
              </a:rPr>
              <a:t>Date</a:t>
            </a:r>
          </a:p>
        </p:txBody>
      </p:sp>
      <p:sp>
        <p:nvSpPr>
          <p:cNvPr id="7" name="Footer Placeholder 6">
            <a:extLst>
              <a:ext uri="{FF2B5EF4-FFF2-40B4-BE49-F238E27FC236}">
                <a16:creationId xmlns:a16="http://schemas.microsoft.com/office/drawing/2014/main" id="{3AC3A10F-8642-8154-9AEA-7110D289C62E}"/>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44633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CFE5198B-4DE9-7211-B26D-C7E4AA289A1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EE8A1CA-4617-FF10-E8D0-B582B7F48A8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ffice Sans"/>
              </a:rPr>
              <a:pPr/>
              <a:t>13</a:t>
            </a:fld>
            <a:endParaRPr dirty="0">
              <a:sym typeface="Office Sans"/>
            </a:endParaRPr>
          </a:p>
        </p:txBody>
      </p:sp>
      <p:sp>
        <p:nvSpPr>
          <p:cNvPr id="533" name="Google Shape;533;p58">
            <a:extLst>
              <a:ext uri="{FF2B5EF4-FFF2-40B4-BE49-F238E27FC236}">
                <a16:creationId xmlns:a16="http://schemas.microsoft.com/office/drawing/2014/main" id="{68499D35-F61B-DF1C-10A6-EA04E8D00662}"/>
              </a:ext>
            </a:extLst>
          </p:cNvPr>
          <p:cNvSpPr txBox="1">
            <a:spLocks noGrp="1"/>
          </p:cNvSpPr>
          <p:nvPr>
            <p:ph type="title"/>
          </p:nvPr>
        </p:nvSpPr>
        <p:spPr>
          <a:xfrm>
            <a:off x="393700" y="344009"/>
            <a:ext cx="11404600" cy="697392"/>
          </a:xfrm>
          <a:prstGeom prst="rect">
            <a:avLst/>
          </a:prstGeom>
        </p:spPr>
        <p:txBody>
          <a:bodyPr spcFirstLastPara="1" vert="horz" wrap="square" lIns="0" tIns="0" rIns="0" bIns="0" rtlCol="0" anchor="t" anchorCtr="0">
            <a:noAutofit/>
          </a:bodyPr>
          <a:lstStyle/>
          <a:p>
            <a:r>
              <a:rPr lang="en-US" dirty="0">
                <a:solidFill>
                  <a:schemeClr val="accent1"/>
                </a:solidFill>
              </a:rPr>
              <a:t>Gantt chart over time</a:t>
            </a:r>
            <a:endParaRPr dirty="0">
              <a:solidFill>
                <a:schemeClr val="accent1"/>
              </a:solidFill>
            </a:endParaRPr>
          </a:p>
        </p:txBody>
      </p:sp>
      <p:graphicFrame>
        <p:nvGraphicFramePr>
          <p:cNvPr id="4" name="Google Shape;953;p80">
            <a:extLst>
              <a:ext uri="{FF2B5EF4-FFF2-40B4-BE49-F238E27FC236}">
                <a16:creationId xmlns:a16="http://schemas.microsoft.com/office/drawing/2014/main" id="{132CDF09-C451-CA62-761F-27510206387F}"/>
              </a:ext>
            </a:extLst>
          </p:cNvPr>
          <p:cNvGraphicFramePr/>
          <p:nvPr>
            <p:extLst>
              <p:ext uri="{D42A27DB-BD31-4B8C-83A1-F6EECF244321}">
                <p14:modId xmlns:p14="http://schemas.microsoft.com/office/powerpoint/2010/main" val="4069686237"/>
              </p:ext>
            </p:extLst>
          </p:nvPr>
        </p:nvGraphicFramePr>
        <p:xfrm>
          <a:off x="393699" y="1379875"/>
          <a:ext cx="11404600" cy="4614525"/>
        </p:xfrm>
        <a:graphic>
          <a:graphicData uri="http://schemas.openxmlformats.org/drawingml/2006/table">
            <a:tbl>
              <a:tblPr>
                <a:noFill/>
              </a:tblPr>
              <a:tblGrid>
                <a:gridCol w="2280920">
                  <a:extLst>
                    <a:ext uri="{9D8B030D-6E8A-4147-A177-3AD203B41FA5}">
                      <a16:colId xmlns:a16="http://schemas.microsoft.com/office/drawing/2014/main" val="20000"/>
                    </a:ext>
                  </a:extLst>
                </a:gridCol>
                <a:gridCol w="2280920">
                  <a:extLst>
                    <a:ext uri="{9D8B030D-6E8A-4147-A177-3AD203B41FA5}">
                      <a16:colId xmlns:a16="http://schemas.microsoft.com/office/drawing/2014/main" val="20001"/>
                    </a:ext>
                  </a:extLst>
                </a:gridCol>
                <a:gridCol w="2280920">
                  <a:extLst>
                    <a:ext uri="{9D8B030D-6E8A-4147-A177-3AD203B41FA5}">
                      <a16:colId xmlns:a16="http://schemas.microsoft.com/office/drawing/2014/main" val="20002"/>
                    </a:ext>
                  </a:extLst>
                </a:gridCol>
                <a:gridCol w="2280920">
                  <a:extLst>
                    <a:ext uri="{9D8B030D-6E8A-4147-A177-3AD203B41FA5}">
                      <a16:colId xmlns:a16="http://schemas.microsoft.com/office/drawing/2014/main" val="20003"/>
                    </a:ext>
                  </a:extLst>
                </a:gridCol>
                <a:gridCol w="2280920">
                  <a:extLst>
                    <a:ext uri="{9D8B030D-6E8A-4147-A177-3AD203B41FA5}">
                      <a16:colId xmlns:a16="http://schemas.microsoft.com/office/drawing/2014/main" val="20004"/>
                    </a:ext>
                  </a:extLst>
                </a:gridCol>
              </a:tblGrid>
              <a:tr h="4614525">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 name="Google Shape;955;p80">
            <a:extLst>
              <a:ext uri="{FF2B5EF4-FFF2-40B4-BE49-F238E27FC236}">
                <a16:creationId xmlns:a16="http://schemas.microsoft.com/office/drawing/2014/main" id="{EA32D89C-6778-2FE2-6D40-ABA6EAAD7EC1}"/>
              </a:ext>
            </a:extLst>
          </p:cNvPr>
          <p:cNvSpPr/>
          <p:nvPr/>
        </p:nvSpPr>
        <p:spPr>
          <a:xfrm>
            <a:off x="4721718" y="4107740"/>
            <a:ext cx="4562665"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6" name="Google Shape;957;p80">
            <a:extLst>
              <a:ext uri="{FF2B5EF4-FFF2-40B4-BE49-F238E27FC236}">
                <a16:creationId xmlns:a16="http://schemas.microsoft.com/office/drawing/2014/main" id="{D5359B3A-662D-9283-F7D8-9D5DCD655B5B}"/>
              </a:ext>
            </a:extLst>
          </p:cNvPr>
          <p:cNvSpPr/>
          <p:nvPr/>
        </p:nvSpPr>
        <p:spPr>
          <a:xfrm>
            <a:off x="584093" y="5478390"/>
            <a:ext cx="11026708" cy="513300"/>
          </a:xfrm>
          <a:prstGeom prst="roundRect">
            <a:avLst>
              <a:gd name="adj" fmla="val 11479"/>
            </a:avLst>
          </a:prstGeom>
          <a:solidFill>
            <a:schemeClr val="bg2"/>
          </a:solidFill>
          <a:ln w="12700">
            <a:solidFill>
              <a:schemeClr val="accent1"/>
            </a:solidFill>
          </a:ln>
        </p:spPr>
        <p:txBody>
          <a:bodyPr spcFirstLastPara="1" wrap="square" lIns="210300" tIns="121875" rIns="121875" bIns="121875" anchor="ctr" anchorCtr="0">
            <a:noAutofit/>
          </a:bodyPr>
          <a:lstStyle/>
          <a:p>
            <a:r>
              <a:rPr lang="en" sz="1500" dirty="0">
                <a:solidFill>
                  <a:schemeClr val="accent1"/>
                </a:solidFill>
                <a:latin typeface="Roboto Medium" panose="02000000000000000000" pitchFamily="2" charset="0"/>
                <a:ea typeface="Roboto Medium" panose="02000000000000000000" pitchFamily="2" charset="0"/>
                <a:cs typeface="Helvetica Neue"/>
                <a:sym typeface="Helvetica Neue"/>
              </a:rPr>
              <a:t>Lorem ipsum</a:t>
            </a:r>
            <a:endParaRPr sz="1500" dirty="0">
              <a:solidFill>
                <a:schemeClr val="accent1"/>
              </a:solidFill>
              <a:latin typeface="Roboto Medium" panose="02000000000000000000" pitchFamily="2" charset="0"/>
              <a:ea typeface="Roboto Medium" panose="02000000000000000000" pitchFamily="2" charset="0"/>
              <a:cs typeface="Helvetica Neue"/>
              <a:sym typeface="Helvetica Neue"/>
            </a:endParaRPr>
          </a:p>
        </p:txBody>
      </p:sp>
      <p:sp>
        <p:nvSpPr>
          <p:cNvPr id="7" name="Google Shape;960;p80">
            <a:extLst>
              <a:ext uri="{FF2B5EF4-FFF2-40B4-BE49-F238E27FC236}">
                <a16:creationId xmlns:a16="http://schemas.microsoft.com/office/drawing/2014/main" id="{2293B6C0-CD6E-C9F0-68F7-73F7B726A1EF}"/>
              </a:ext>
            </a:extLst>
          </p:cNvPr>
          <p:cNvSpPr/>
          <p:nvPr/>
        </p:nvSpPr>
        <p:spPr>
          <a:xfrm>
            <a:off x="7522794" y="4754965"/>
            <a:ext cx="408800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8" name="Google Shape;963;p80">
            <a:extLst>
              <a:ext uri="{FF2B5EF4-FFF2-40B4-BE49-F238E27FC236}">
                <a16:creationId xmlns:a16="http://schemas.microsoft.com/office/drawing/2014/main" id="{0F4F3439-EC29-4518-4A3E-7436F8578035}"/>
              </a:ext>
            </a:extLst>
          </p:cNvPr>
          <p:cNvSpPr/>
          <p:nvPr/>
        </p:nvSpPr>
        <p:spPr>
          <a:xfrm>
            <a:off x="2819968" y="3403140"/>
            <a:ext cx="8790833"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9" name="Google Shape;966;p80">
            <a:extLst>
              <a:ext uri="{FF2B5EF4-FFF2-40B4-BE49-F238E27FC236}">
                <a16:creationId xmlns:a16="http://schemas.microsoft.com/office/drawing/2014/main" id="{1D07E5FD-0BEC-93D6-2CF5-BC908A51553C}"/>
              </a:ext>
            </a:extLst>
          </p:cNvPr>
          <p:cNvSpPr/>
          <p:nvPr/>
        </p:nvSpPr>
        <p:spPr>
          <a:xfrm>
            <a:off x="2819968" y="2698515"/>
            <a:ext cx="640853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10" name="Google Shape;969;p80">
            <a:extLst>
              <a:ext uri="{FF2B5EF4-FFF2-40B4-BE49-F238E27FC236}">
                <a16:creationId xmlns:a16="http://schemas.microsoft.com/office/drawing/2014/main" id="{0AB147C5-D3F9-0847-C2A5-2A90154B1A3C}"/>
              </a:ext>
            </a:extLst>
          </p:cNvPr>
          <p:cNvSpPr/>
          <p:nvPr/>
        </p:nvSpPr>
        <p:spPr>
          <a:xfrm>
            <a:off x="507893" y="1975090"/>
            <a:ext cx="4185180"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endParaRPr sz="1500" dirty="0">
              <a:solidFill>
                <a:schemeClr val="bg2"/>
              </a:solidFill>
              <a:latin typeface="Roboto Medium" panose="02000000000000000000" pitchFamily="2" charset="0"/>
              <a:ea typeface="Roboto Medium" panose="02000000000000000000" pitchFamily="2" charset="0"/>
              <a:cs typeface="Helvetica Neue"/>
              <a:sym typeface="Helvetica Neue"/>
            </a:endParaRPr>
          </a:p>
        </p:txBody>
      </p:sp>
      <p:sp>
        <p:nvSpPr>
          <p:cNvPr id="11" name="Footer Placeholder 10">
            <a:extLst>
              <a:ext uri="{FF2B5EF4-FFF2-40B4-BE49-F238E27FC236}">
                <a16:creationId xmlns:a16="http://schemas.microsoft.com/office/drawing/2014/main" id="{F06ADB7A-E0CB-A418-3590-620B0C5F17EB}"/>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243517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55DD-98B9-E077-6778-D5F2B926E4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a:noAutofit/>
          </a:bodyPr>
          <a:lstStyle/>
          <a:p>
            <a:r>
              <a:rPr lang="en-US" sz="6500" dirty="0">
                <a:solidFill>
                  <a:schemeClr val="accent1"/>
                </a:solidFill>
                <a:cs typeface="Roboto Serif 14pt" pitchFamily="2" charset="77"/>
              </a:rPr>
              <a:t>Thank you </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a:noAutofit/>
          </a:bodyPr>
          <a:lstStyle/>
          <a:p>
            <a:pPr>
              <a:lnSpc>
                <a:spcPct val="120000"/>
              </a:lnSpc>
            </a:pPr>
            <a:r>
              <a:rPr lang="en-US" sz="1600" dirty="0">
                <a:solidFill>
                  <a:schemeClr val="accent2">
                    <a:lumMod val="50000"/>
                  </a:schemeClr>
                </a:solidFill>
              </a:rPr>
              <a:t>Lorem ipsum dolor </a:t>
            </a:r>
          </a:p>
          <a:p>
            <a:pPr>
              <a:lnSpc>
                <a:spcPct val="120000"/>
              </a:lnSpc>
            </a:pPr>
            <a:r>
              <a:rPr lang="en-US" sz="1600" dirty="0">
                <a:solidFill>
                  <a:schemeClr val="accent2">
                    <a:lumMod val="50000"/>
                  </a:schemeClr>
                </a:solidFill>
              </a:rPr>
              <a:t>Lorem ipsum dolor </a:t>
            </a:r>
          </a:p>
          <a:p>
            <a:pPr>
              <a:lnSpc>
                <a:spcPct val="120000"/>
              </a:lnSpc>
            </a:pPr>
            <a:r>
              <a:rPr lang="en-US" sz="1600" dirty="0">
                <a:solidFill>
                  <a:schemeClr val="accent2">
                    <a:lumMod val="50000"/>
                  </a:schemeClr>
                </a:solidFill>
              </a:rPr>
              <a:t>Lorem ipsum dolor </a:t>
            </a:r>
          </a:p>
        </p:txBody>
      </p:sp>
      <p:cxnSp>
        <p:nvCxnSpPr>
          <p:cNvPr id="3" name="Straight Connector 2">
            <a:extLst>
              <a:ext uri="{FF2B5EF4-FFF2-40B4-BE49-F238E27FC236}">
                <a16:creationId xmlns:a16="http://schemas.microsoft.com/office/drawing/2014/main" id="{4E22365F-D1C1-40F6-3DD1-ADD568EAF6AA}"/>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Office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2120</TotalTime>
  <Words>1591</Words>
  <Application>Microsoft Macintosh PowerPoint</Application>
  <PresentationFormat>Widescreen</PresentationFormat>
  <Paragraphs>176</Paragraphs>
  <Slides>14</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Lora SemiBold</vt:lpstr>
      <vt:lpstr>Lora Medium</vt:lpstr>
      <vt:lpstr>Roboto Serif 14pt</vt:lpstr>
      <vt:lpstr>Arial</vt:lpstr>
      <vt:lpstr>Roboto SemiBold</vt:lpstr>
      <vt:lpstr>Helvetica Neue</vt:lpstr>
      <vt:lpstr>Roboto Medium</vt:lpstr>
      <vt:lpstr>Roboto</vt:lpstr>
      <vt:lpstr>Office Sans</vt:lpstr>
      <vt:lpstr>Helvetica Neue Medium</vt:lpstr>
      <vt:lpstr>Aptos</vt:lpstr>
      <vt:lpstr>Default Office Theme</vt:lpstr>
      <vt:lpstr>Enterprise Quarterly Business Review</vt:lpstr>
      <vt:lpstr>Meeting title with agenda slide</vt:lpstr>
      <vt:lpstr>Quarter recap, verdict and asks</vt:lpstr>
      <vt:lpstr>Intro and 2x2 card grid</vt:lpstr>
      <vt:lpstr>One column layout with three callout cards</vt:lpstr>
      <vt:lpstr>Intro with three callout cards</vt:lpstr>
      <vt:lpstr>Two column layout</vt:lpstr>
      <vt:lpstr>Statement headline  slide with eight logo grid</vt:lpstr>
      <vt:lpstr>Full width data table slide</vt:lpstr>
      <vt:lpstr>Chart with three cards</vt:lpstr>
      <vt:lpstr>Chart with three cards</vt:lpstr>
      <vt:lpstr>Timeline with three text only milestones</vt:lpstr>
      <vt:lpstr>Gantt chart over time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coreProperties>
</file>