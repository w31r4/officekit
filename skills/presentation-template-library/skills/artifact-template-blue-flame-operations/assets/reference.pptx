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fec06dd1ac246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21694fbbee4e45ee" /><Relationship Type="http://schemas.openxmlformats.org/officeDocument/2006/relationships/chart" Target="/ppt/slides/charts/chart2.xml" Id="R043a9027039148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590ae263a79b4286" /><Relationship Type="http://schemas.openxmlformats.org/officeDocument/2006/relationships/chart" Target="/ppt/slides/charts/chart4.xml" Id="Rf28b73b025d147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0BB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87B7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7DCEB"/>
            </a:solidFill>
            <a:ln w="38100">
              <a:solidFill>
                <a:srgbClr val="87DCEB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0BBD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87DCEB"/>
            </a:solidFill>
            <a:ln w="38100">
              <a:solidFill>
                <a:srgbClr val="87DCEB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blue-flame-operations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>
              <a:alpha val="100000"/>
            </a:srgbClr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WORK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2F6F8"/>
                </a:solidFill>
                <a:latin typeface="Inter"/>
                <a:ea typeface="Inter"/>
              </a:rPr>
              <a:t>Blue Flame Operations: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0BBD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6F8"/>
                </a:solidFill>
                <a:latin typeface="Inter"/>
                <a:ea typeface="Inter"/>
              </a:rPr>
              <a:t>A visible operating signal creates a shared next action.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2F6F8"/>
                </a:solidFill>
                <a:latin typeface="Inter"/>
                <a:ea typeface="Inter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6F8"/>
                </a:solidFill>
                <a:latin typeface="Inter"/>
                <a:ea typeface="Inter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BBD8"/>
                </a:solidFill>
                <a:latin typeface="Inter"/>
                <a:ea typeface="Inter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694fbbee4e45ee"/>
          </a:graphicData>
        </a:graphic>
      </p:graphicFrame>
      <p:graphicFrame>
        <p:nvGraphicFramePr>
          <p:cNvPr id="2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3a902703914819"/>
          </a:graphicData>
        </a:graphic>
      </p:graphicFrame>
      <p:sp>
        <p:nvSpPr>
          <p:cNvPr id="2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0BB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2F6F8"/>
                </a:solidFill>
                <a:latin typeface="Inter"/>
                <a:ea typeface="Inter"/>
              </a:rPr>
              <a:t>The signal earns its space.</a:t>
            </a:r>
            <a:endParaRPr lang="en-US"/>
          </a:p>
        </p:txBody>
      </p:sp>
      <p:sp>
        <p:nvSpPr>
          <p:cNvPr id="2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2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6F8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DCEB"/>
          </a:solidFill>
          <a:ln xmlns:a="http://schemas.openxmlformats.org/drawingml/2006/main" w="0">
            <a:solidFill>
              <a:srgbClr val="87DCE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2F6F8"/>
                </a:solidFill>
                <a:latin typeface="Inter"/>
                <a:ea typeface="Inter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Show the operating shape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0ae263a79b4286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8b73b025d14752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Exception before polish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6F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Inter"/>
                <a:ea typeface="Inter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