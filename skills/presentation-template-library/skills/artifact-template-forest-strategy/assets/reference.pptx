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4829787d224a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83e3eeb8530a9d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7d7d39d00e5a7e4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083106afebc7d419_1" /><Relationship Type="http://schemas.openxmlformats.org/officeDocument/2006/relationships/chart" Target="/ppt/slides/charts/chart1.xml" Id="Rff687443849348f4" /><Relationship Type="http://schemas.openxmlformats.org/officeDocument/2006/relationships/chart" Target="/ppt/slides/charts/chart2.xml" Id="Reb1c1d2fc90647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4bd683f73b7a543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9df32179333a9f3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4786b3004943cd8a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E8C5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B9D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CDC76"/>
            </a:solidFill>
            <a:ln w="38100">
              <a:solidFill>
                <a:srgbClr val="8CDC7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283e3eeb8530a9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7d7d39d00e5a7e4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2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687443849348f4"/>
          </a:graphicData>
        </a:graphic>
      </p:graphicFrame>
      <p:graphicFrame>
        <p:nvGraphicFramePr>
          <p:cNvPr id="2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1c1d2fc9064792"/>
          </a:graphicData>
        </a:graphic>
      </p:graphicFrame>
      <p:sp>
        <p:nvSpPr>
          <p:cNvPr id="2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A2A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94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FOREST STRATEGY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83A2A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83A2A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4786b3004943cd8a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