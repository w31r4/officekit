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10e118c8dce42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650495d0c3b860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4bd683f73b7a543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c7b73f8fac405495_1" /><Relationship Type="http://schemas.openxmlformats.org/officeDocument/2006/relationships/chart" Target="/ppt/slides/charts/chart1.xml" Id="Rd089bffeb3dc471f" /><Relationship Type="http://schemas.openxmlformats.org/officeDocument/2006/relationships/chart" Target="/ppt/slides/charts/chart2.xml" Id="Rb1ef941ab3a54a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2930549abca3ae0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ff1582c14d42a1a7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E8C5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B9D9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CDC76"/>
            </a:solidFill>
            <a:ln w="38100">
              <a:solidFill>
                <a:srgbClr val="8CDC76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7650495d0c3b860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>
              <a:alpha val="100000"/>
            </a:srgbClr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E8C5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A2A"/>
                </a:solidFill>
                <a:latin typeface="Arial"/>
                <a:ea typeface="Arial"/>
              </a:rPr>
              <a:t>Forest Strategy: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E8C5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20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1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2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4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83A2A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5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6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7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30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1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4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5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9D94"/>
          </a:solidFill>
          <a:ln xmlns:a="http://schemas.openxmlformats.org/drawingml/2006/main" w="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83A2A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8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9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40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1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2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89bffeb3dc471f"/>
          </a:graphicData>
        </a:graphic>
      </p:graphicFrame>
      <p:graphicFrame>
        <p:nvGraphicFramePr>
          <p:cNvPr id="2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ef941ab3a54ac0"/>
          </a:graphicData>
        </a:graphic>
      </p:graphicFrame>
      <p:sp>
        <p:nvSpPr>
          <p:cNvPr id="2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A2A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A2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930549abca3ae00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20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8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9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30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3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4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5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E8C5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8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83A2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39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B9D9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40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1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83A2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42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14" name="visua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visua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visua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VISUAL CARRIER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VISUAL CARRIER</a:t>
            </a:r>
            <a:endParaRPr lang="en-US"/>
          </a:p>
        </p:txBody>
      </p:sp>
      <p:sp>
        <p:nvSpPr>
          <p:cNvPr id="18" name="visua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9" name="visual-body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20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4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5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8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9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3810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1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2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3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5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6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7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9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83A2A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40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B9D94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E8C5C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A2A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4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9D94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5"/>
          </a:solidFill>
          <a:ln xmlns:a="http://schemas.openxmlformats.org/drawingml/2006/main" w="0">
            <a:solidFill>
              <a:srgbClr val="F6F8F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B9D9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/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A2A">
              <a:alpha val="62000"/>
            </a:srgbClr>
          </a:solidFill>
          <a:ln xmlns:a="http://schemas.openxmlformats.org/drawingml/2006/main" w="0">
            <a:solidFill>
              <a:srgbClr val="183A2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OREST STRATEGY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E8C5C"/>
                </a:solidFill>
                <a:latin typeface="Arial"/>
                <a:ea typeface="Arial"/>
              </a:rPr>
              <a:t>FOREST STRATEGY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A2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B9D9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E8C5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A2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A2A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C5C"/>
          </a:solidFill>
          <a:ln xmlns:a="http://schemas.openxmlformats.org/drawingml/2006/main" w="0">
            <a:solidFill>
              <a:srgbClr val="2E8C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B9D9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