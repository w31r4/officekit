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01e1a8d741444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4bd683f73b7a54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9df32179333a9f35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283e3eeb8530a9d2_1" /><Relationship Type="http://schemas.openxmlformats.org/officeDocument/2006/relationships/chart" Target="/ppt/slides/charts/chart1.xml" Id="Rb5e762488e454ded" /><Relationship Type="http://schemas.openxmlformats.org/officeDocument/2006/relationships/chart" Target="/ppt/slides/charts/chart2.xml" Id="Rc8bddcbcc79b4d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b7d7d39d00e5a7e4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083106afebc7d419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4bd683f73b7a54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E8C5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B9D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CDC76"/>
            </a:solidFill>
            <a:ln w="38100">
              <a:solidFill>
                <a:srgbClr val="8CDC7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e4bd683f73b7a54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100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A2A"/>
                </a:solidFill>
                <a:latin typeface="Arial"/>
                <a:ea typeface="Arial"/>
              </a:rPr>
              <a:t>Forest Strategy: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E8C5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20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1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2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4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3A2A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5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6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7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30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1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4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5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8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40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1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83e3eeb8530a9d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2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e762488e454ded"/>
          </a:graphicData>
        </a:graphic>
      </p:graphicFrame>
      <p:graphicFrame>
        <p:nvGraphicFramePr>
          <p:cNvPr id="2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bddcbcc79b4dd1"/>
          </a:graphicData>
        </a:graphic>
      </p:graphicFrame>
      <p:sp>
        <p:nvSpPr>
          <p:cNvPr id="2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A2A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A2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7d7d39d00e5a7e4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20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3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4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5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8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9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40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1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3A2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2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83106afebc7d419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94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FOREST STRATEGY · SECTION</a:t>
            </a:r>
            <a:endParaRPr lang="en-US"/>
          </a:p>
        </p:txBody>
      </p:sp>
      <p:sp>
        <p:nvSpPr>
          <p:cNvPr id="15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83A2A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6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83A2A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18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19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A2A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