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6895c64eb364f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ff1582c14d42a1a7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d71bfa074cda59bb_1" /><Relationship Type="http://schemas.openxmlformats.org/officeDocument/2006/relationships/chart" Target="/ppt/slides/charts/chart1.xml" Id="Rb8f4b9a3b69f4224" /><Relationship Type="http://schemas.openxmlformats.org/officeDocument/2006/relationships/chart" Target="/ppt/slides/charts/chart2.xml" Id="R01a38fd78e694b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4bd683f73b7a543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650495d0c3b860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E8C5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B9D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CDC76"/>
            </a:solidFill>
            <a:ln w="38100">
              <a:solidFill>
                <a:srgbClr val="8CDC7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forest-strategy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100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A2A"/>
                </a:solidFill>
                <a:latin typeface="Arial"/>
                <a:ea typeface="Arial"/>
              </a:rPr>
              <a:t>Forest Strategy: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E8C5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20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1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2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4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3A2A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5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6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7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30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1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4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5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8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40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1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2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f4b9a3b69f4224"/>
          </a:graphicData>
        </a:graphic>
      </p:graphicFrame>
      <p:graphicFrame>
        <p:nvGraphicFramePr>
          <p:cNvPr id="2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a38fd78e694b98"/>
          </a:graphicData>
        </a:graphic>
      </p:graphicFrame>
      <p:sp>
        <p:nvSpPr>
          <p:cNvPr id="2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A2A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A2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20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8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9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30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3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4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5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8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9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40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1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3A2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2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14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VISUAL CARRIER</a:t>
            </a:r>
            <a:endParaRPr lang="en-US"/>
          </a:p>
        </p:txBody>
      </p:sp>
      <p:sp>
        <p:nvSpPr>
          <p:cNvPr id="18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9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20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24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25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28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29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1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32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33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5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36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37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39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40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4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A2A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4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