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9b25e6aa0d148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650495d0c3b8602_1" /><Relationship Type="http://schemas.openxmlformats.org/officeDocument/2006/relationships/chart" Target="/ppt/slides/charts/chart1.xml" Id="R9fd01c20e3fa4c0a" /><Relationship Type="http://schemas.openxmlformats.org/officeDocument/2006/relationships/chart" Target="/ppt/slides/charts/chart2.xml" Id="R04f17cf6d6ad49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650495d0c3b8602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E8C5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B9D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CDC76"/>
            </a:solidFill>
            <a:ln w="38100">
              <a:solidFill>
                <a:srgbClr val="8CDC7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forest-strategy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2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d01c20e3fa4c0a"/>
          </a:graphicData>
        </a:graphic>
      </p:graphicFrame>
      <p:graphicFrame>
        <p:nvGraphicFramePr>
          <p:cNvPr id="2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f17cf6d6ad493e"/>
          </a:graphicData>
        </a:graphic>
      </p:graphicFrame>
      <p:sp>
        <p:nvSpPr>
          <p:cNvPr id="2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A2A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14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VISUAL CARRIER</a:t>
            </a:r>
            <a:endParaRPr lang="en-US"/>
          </a:p>
        </p:txBody>
      </p:sp>
      <p:sp>
        <p:nvSpPr>
          <p:cNvPr id="18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9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20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4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5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8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9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1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2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3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5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6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7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9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40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4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