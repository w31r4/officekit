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a167361c91a44e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b4650c5e003a270c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0d3bd4b5ccdd7cbb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ff039bf2f181c5d1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99c9affacaac8e72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10e4539a68783891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6a3db1fe43260f32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b4650c5e003a270c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>
              <a:alpha val="100000"/>
            </a:srgbClr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E8C5C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A2A"/>
                </a:solidFill>
                <a:latin typeface="Arial"/>
                <a:ea typeface="Arial"/>
              </a:rPr>
              <a:t>Forest Strategy: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E8C5C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A2A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d3bd4b5ccdd7c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ARGUMENT</a:t>
            </a:r>
            <a:endParaRPr lang="en-US"/>
          </a:p>
        </p:txBody>
      </p:sp>
      <p:sp>
        <p:nvSpPr>
          <p:cNvPr id="1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1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20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1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3A2A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22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24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83A2A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25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26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27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30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31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D94"/>
          </a:solidFill>
          <a:ln xmlns:a="http://schemas.openxmlformats.org/drawingml/2006/main" w="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34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35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D94"/>
          </a:solidFill>
          <a:ln xmlns:a="http://schemas.openxmlformats.org/drawingml/2006/main" w="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38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9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40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41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4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4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039bf2f181c5d1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EVIDENCE</a:t>
            </a:r>
            <a:endParaRPr lang="en-US"/>
          </a:p>
        </p:txBody>
      </p:sp>
      <p:sp>
        <p:nvSpPr>
          <p:cNvPr id="1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1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20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EVOLUTION / TRANSITION</a:t>
            </a:r>
            <a:endParaRPr lang="en-US"/>
          </a:p>
        </p:txBody>
      </p:sp>
      <p:sp>
        <p:nvSpPr>
          <p:cNvPr id="21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254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4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83A2A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25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26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254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8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83A2A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29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30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254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2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83A2A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33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34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254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5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6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83A2A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37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38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254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9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05</a:t>
            </a:r>
            <a:endParaRPr lang="en-US"/>
          </a:p>
        </p:txBody>
      </p:sp>
      <p:sp>
        <p:nvSpPr>
          <p:cNvPr id="40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83A2A"/>
                </a:solidFill>
                <a:latin typeface="Arial"/>
                <a:ea typeface="Arial"/>
              </a:rPr>
              <a:t>Scale</a:t>
            </a:r>
            <a:endParaRPr lang="en-US"/>
          </a:p>
        </p:txBody>
      </p:sp>
      <p:sp>
        <p:nvSpPr>
          <p:cNvPr id="41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Repeat what held</a:t>
            </a:r>
            <a:endParaRPr lang="en-US"/>
          </a:p>
        </p:txBody>
      </p:sp>
      <p:sp>
        <p:nvSpPr>
          <p:cNvPr id="42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43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183A2A"/>
                </a:solidFill>
                <a:latin typeface="Arial"/>
                <a:ea typeface="Arial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4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A2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4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4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99c9affacaac8e72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DETAIL</a:t>
            </a:r>
            <a:endParaRPr lang="en-US"/>
          </a:p>
        </p:txBody>
      </p:sp>
      <p:sp>
        <p:nvSpPr>
          <p:cNvPr id="18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19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20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3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24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25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8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29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30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3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34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35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8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39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40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41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83A2A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42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4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10e4539a6878389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>
              <a:alpha val="94000"/>
            </a:srgbClr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E8C5C"/>
                </a:solidFill>
                <a:latin typeface="Arial"/>
                <a:ea typeface="Arial"/>
              </a:rPr>
              <a:t>FOREST STRATEGY · SECTION</a:t>
            </a:r>
            <a:endParaRPr lang="en-US"/>
          </a:p>
        </p:txBody>
      </p:sp>
      <p:sp>
        <p:nvSpPr>
          <p:cNvPr id="15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183A2A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16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83A2A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18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19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A2A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a3db1fe43260f32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CLOSE</a:t>
            </a:r>
            <a:endParaRPr lang="en-US"/>
          </a:p>
        </p:txBody>
      </p:sp>
      <p:sp>
        <p:nvSpPr>
          <p:cNvPr id="1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1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2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2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A2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2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2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3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32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4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35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