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svg" ContentType="image/svg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998256469684f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  <p:sldId xmlns:r="http://schemas.openxmlformats.org/officeDocument/2006/relationships" id="262" r:id="rIdSlide7"/>
    <p:sldId xmlns:r="http://schemas.openxmlformats.org/officeDocument/2006/relationships" id="263" r:id="rIdSlide8"/>
    <p:sldId xmlns:r="http://schemas.openxmlformats.org/officeDocument/2006/relationships" id="264" r:id="rIdSlide9"/>
    <p:sldId xmlns:r="http://schemas.openxmlformats.org/officeDocument/2006/relationships" id="265" r:id="rIdSlide10"/>
    <p:sldId xmlns:r="http://schemas.openxmlformats.org/officeDocument/2006/relationships" id="266" r:id="rIdSlide11"/>
    <p:sldId xmlns:r="http://schemas.openxmlformats.org/officeDocument/2006/relationships" id="267" r:id="rIdSlide12"/>
    <p:sldId xmlns:r="http://schemas.openxmlformats.org/officeDocument/2006/relationships" id="268" r:id="rIdSlide13"/>
    <p:sldId xmlns:r="http://schemas.openxmlformats.org/officeDocument/2006/relationships" id="269" r:id="rIdSlide14"/>
    <p:sldId xmlns:r="http://schemas.openxmlformats.org/officeDocument/2006/relationships" id="270" r:id="rIdSlide15"/>
    <p:sldId xmlns:r="http://schemas.openxmlformats.org/officeDocument/2006/relationships" id="271" r:id="rIdSlide16"/>
    <p:sldId xmlns:r="http://schemas.openxmlformats.org/officeDocument/2006/relationships" id="272" r:id="rIdSlide17"/>
    <p:sldId xmlns:r="http://schemas.openxmlformats.org/officeDocument/2006/relationships" id="273" r:id="rIdSlide18"/>
    <p:sldId xmlns:r="http://schemas.openxmlformats.org/officeDocument/2006/relationships" id="274" r:id="rIdSlide19"/>
    <p:sldId xmlns:r="http://schemas.openxmlformats.org/officeDocument/2006/relationships" id="275" r:id="rIdSlide20"/>
    <p:sldId xmlns:r="http://schemas.openxmlformats.org/officeDocument/2006/relationships" id="276" r:id="rIdSlide21"/>
    <p:sldId xmlns:r="http://schemas.openxmlformats.org/officeDocument/2006/relationships" id="277" r:id="rIdSlide22"/>
    <p:sldId xmlns:r="http://schemas.openxmlformats.org/officeDocument/2006/relationships" id="278" r:id="rIdSlide23"/>
    <p:sldId xmlns:r="http://schemas.openxmlformats.org/officeDocument/2006/relationships" id="279" r:id="rIdSlide24"/>
    <p:sldId xmlns:r="http://schemas.openxmlformats.org/officeDocument/2006/relationships" id="280" r:id="rIdSlide25"/>
    <p:sldId xmlns:r="http://schemas.openxmlformats.org/officeDocument/2006/relationships" id="281" r:id="rIdSlide26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Relationship Type="http://schemas.openxmlformats.org/officeDocument/2006/relationships/slide" Target="/ppt/slides/slide7.xml" Id="rIdSlide7" /><Relationship Type="http://schemas.openxmlformats.org/officeDocument/2006/relationships/slide" Target="/ppt/slides/slide8.xml" Id="rIdSlide8" /><Relationship Type="http://schemas.openxmlformats.org/officeDocument/2006/relationships/slide" Target="/ppt/slides/slide9.xml" Id="rIdSlide9" /><Relationship Type="http://schemas.openxmlformats.org/officeDocument/2006/relationships/slide" Target="/ppt/slides/slide10.xml" Id="rIdSlide10" /><Relationship Type="http://schemas.openxmlformats.org/officeDocument/2006/relationships/slide" Target="/ppt/slides/slide11.xml" Id="rIdSlide11" /><Relationship Type="http://schemas.openxmlformats.org/officeDocument/2006/relationships/slide" Target="/ppt/slides/slide12.xml" Id="rIdSlide12" /><Relationship Type="http://schemas.openxmlformats.org/officeDocument/2006/relationships/slide" Target="/ppt/slides/slide13.xml" Id="rIdSlide13" /><Relationship Type="http://schemas.openxmlformats.org/officeDocument/2006/relationships/slide" Target="/ppt/slides/slide14.xml" Id="rIdSlide14" /><Relationship Type="http://schemas.openxmlformats.org/officeDocument/2006/relationships/slide" Target="/ppt/slides/slide15.xml" Id="rIdSlide15" /><Relationship Type="http://schemas.openxmlformats.org/officeDocument/2006/relationships/slide" Target="/ppt/slides/slide16.xml" Id="rIdSlide16" /><Relationship Type="http://schemas.openxmlformats.org/officeDocument/2006/relationships/slide" Target="/ppt/slides/slide17.xml" Id="rIdSlide17" /><Relationship Type="http://schemas.openxmlformats.org/officeDocument/2006/relationships/slide" Target="/ppt/slides/slide18.xml" Id="rIdSlide18" /><Relationship Type="http://schemas.openxmlformats.org/officeDocument/2006/relationships/slide" Target="/ppt/slides/slide19.xml" Id="rIdSlide19" /><Relationship Type="http://schemas.openxmlformats.org/officeDocument/2006/relationships/slide" Target="/ppt/slides/slide20.xml" Id="rIdSlide20" /><Relationship Type="http://schemas.openxmlformats.org/officeDocument/2006/relationships/slide" Target="/ppt/slides/slide21.xml" Id="rIdSlide21" /><Relationship Type="http://schemas.openxmlformats.org/officeDocument/2006/relationships/slide" Target="/ppt/slides/slide22.xml" Id="rIdSlide22" /><Relationship Type="http://schemas.openxmlformats.org/officeDocument/2006/relationships/slide" Target="/ppt/slides/slide23.xml" Id="rIdSlide23" /><Relationship Type="http://schemas.openxmlformats.org/officeDocument/2006/relationships/slide" Target="/ppt/slides/slide24.xml" Id="rIdSlide24" /><Relationship Type="http://schemas.openxmlformats.org/officeDocument/2006/relationships/slide" Target="/ppt/slides/slide25.xml" Id="rIdSlide25" /><Relationship Type="http://schemas.openxmlformats.org/officeDocument/2006/relationships/slide" Target="/ppt/slides/slide26.xml" Id="rIdSlide2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svg" Id="rIdOfficeKitImagec8ba03dbfdaff39e_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c0bf9556d7ab46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2.xml" Id="R6ce2b967304245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3.xml" Id="R41bfea5b1c004c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Series 1</c:v>
          </c:tx>
          <c:spPr>
            <a:solidFill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dLblPos val="bestFit"/>
          <c:showVal val="1"/>
          <c:showCatName val="0"/>
        </c:dLbls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  <c:max val="8"/>
        </c:scaling>
        <c:axPos val="l"/>
        <c:crossAx val="1"/>
        <c:majorUnit val="2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plotArea>
      <c:layout/>
      <c:lineChart>
        <c:grouping val="standard"/>
        <c:ser>
          <c:idx val="0"/>
          <c:order val="0"/>
          <c:tx>
            <c:v>Series 1</c:v>
          </c:tx>
          <c:spPr>
            <a:solidFill>
              <a:srgbClr val="0EA5E9"/>
            </a:solidFill>
            <a:ln w="38100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>
              <a:srgbClr val="F97316"/>
            </a:solidFill>
            <a:ln w="38100">
              <a:solidFill>
                <a:srgbClr val="D0EDF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dLblPos val="bestFit"/>
          <c:showVal val="1"/>
          <c:showCatName val="0"/>
        </c:dLbls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  <c:max val="8"/>
        </c:scaling>
        <c:axPos val="l"/>
        <c:crossAx val="1"/>
        <c:majorUnit val="2"/>
      </c:valAx>
    </c:plotArea>
    <c:legend>
      <c:legendPos val="r"/>
      <c:layout/>
    </c:legend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Series 1</c:v>
          </c:tx>
          <c:spPr>
            <a:solidFill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dLblPos val="bestFit"/>
          <c:showVal val="1"/>
          <c:showCatName val="0"/>
        </c:dLbls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  <c:max val="8"/>
        </c:scaling>
        <c:axPos val="l"/>
        <c:crossAx val="1"/>
        <c:majorUnit val="2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-3-1"/>
          <p:cNvSpPr txBox="1"/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6000">
                <a:solidFill>
                  <a:srgbClr val="000000"/>
                </a:solidFill>
                <a:latin typeface="Helvetica Neue"/>
              </a:rPr>
              <a:t>Your presentation </a:t>
            </a:r>
            <a:br>
              <a:rPr lang="en-US" sz="6000">
                <a:solidFill>
                  <a:srgbClr val="000000"/>
                </a:solidFill>
                <a:latin typeface="Helvetica Neue"/>
              </a:rPr>
            </a:br>
            <a:r>
              <a:rPr lang="en-US" sz="6000">
                <a:solidFill>
                  <a:srgbClr val="000000"/>
                </a:solidFill>
                <a:latin typeface="Helvetica Neue"/>
              </a:rPr>
              <a:t>headline goes here</a:t>
            </a:r>
            <a:endParaRPr lang="en-US"/>
          </a:p>
        </p:txBody>
      </p:sp>
      <p:sp>
        <p:nvSpPr>
          <p:cNvPr id="3" name="Subtitle-4-2"/>
          <p:cNvSpPr txBox="1"/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4" name="Subtitle-4-3"/>
          <p:cNvSpPr txBox="1"/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Supertitle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-3-1"/>
          <p:cNvSpPr txBox="1"/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6000">
                <a:solidFill>
                  <a:srgbClr val="000000"/>
                </a:solidFill>
                <a:latin typeface="Helvetica Neue"/>
              </a:rPr>
              <a:t>Presentation </a:t>
            </a:r>
            <a:br>
              <a:rPr lang="en-US" sz="6000">
                <a:solidFill>
                  <a:srgbClr val="000000"/>
                </a:solidFill>
                <a:latin typeface="Helvetica Neue"/>
              </a:rPr>
            </a:br>
            <a:r>
              <a:rPr lang="en-US" sz="6000">
                <a:solidFill>
                  <a:srgbClr val="000000"/>
                </a:solidFill>
                <a:latin typeface="Helvetica Neue"/>
              </a:rPr>
              <a:t>headline goes here</a:t>
            </a:r>
            <a:endParaRPr lang="en-US"/>
          </a:p>
        </p:txBody>
      </p:sp>
      <p:sp>
        <p:nvSpPr>
          <p:cNvPr id="3" name="Subtitle-4-2"/>
          <p:cNvSpPr txBox="1"/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Supertitle</a:t>
            </a:r>
            <a:endParaRPr lang="en-US"/>
          </a:p>
        </p:txBody>
      </p:sp>
      <p:sp>
        <p:nvSpPr>
          <p:cNvPr id="4" name="Subtitle-4-3"/>
          <p:cNvSpPr txBox="1"/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Supertitle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-Number-Placeholder-1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3</a:t>
            </a:r>
            <a:endParaRPr lang="en-US"/>
          </a:p>
        </p:txBody>
      </p:sp>
      <p:sp>
        <p:nvSpPr>
          <p:cNvPr id="3" name="Title-2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Today’s Agenda</a:t>
            </a:r>
            <a:endParaRPr lang="en-US"/>
          </a:p>
        </p:txBody>
      </p:sp>
      <p:graphicFrame>
        <p:nvGraphicFramePr>
          <p:cNvPr id="4" name="Table-3-4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702332"/>
                <a:gridCol w="5702332"/>
              </a:tblGrid>
              <a:tr h="652399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Agenda item one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Agenda item two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03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Agenda item three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Agenda item four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05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Agenda item five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06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Agenda item six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4-p58-1"/>
          <p:cNvSpPr txBox="1"/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3" name="Google-Shape-532-p58-3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4</a:t>
            </a:r>
            <a:endParaRPr lang="en-US"/>
          </a:p>
        </p:txBody>
      </p:sp>
      <p:sp>
        <p:nvSpPr>
          <p:cNvPr id="4" name="Google-Shape-533-p58-4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Two column layout</a:t>
            </a:r>
            <a:endParaRPr lang="en-US"/>
          </a:p>
        </p:txBody>
      </p:sp>
      <p:sp>
        <p:nvSpPr>
          <p:cNvPr id="5" name="Google-Shape-534-p58-5"/>
          <p:cNvSpPr txBox="1"/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5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Two column layout</a:t>
            </a:r>
            <a:endParaRPr lang="en-US"/>
          </a:p>
        </p:txBody>
      </p:sp>
      <p:sp>
        <p:nvSpPr>
          <p:cNvPr id="4" name="Google-Shape-534-p58-4"/>
          <p:cNvSpPr txBox="1"/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5" name="Content-Placeholder-3-5"/>
          <p:cNvSpPr txBox="1"/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6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Three column layout</a:t>
            </a:r>
            <a:endParaRPr lang="en-US"/>
          </a:p>
        </p:txBody>
      </p:sp>
      <p:sp>
        <p:nvSpPr>
          <p:cNvPr id="4" name="Google-Shape-534-p58-4"/>
          <p:cNvSpPr txBox="1"/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5" name="Content-Placeholder-1-5"/>
          <p:cNvSpPr txBox="1"/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6" name="Content-Placeholder-2-6"/>
          <p:cNvSpPr txBox="1"/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7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Three column layout</a:t>
            </a:r>
            <a:endParaRPr lang="en-US"/>
          </a:p>
        </p:txBody>
      </p:sp>
      <p:sp>
        <p:nvSpPr>
          <p:cNvPr id="4" name="Google-Shape-558-p61-4"/>
          <p:cNvSpPr txBox="1"/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 ut massa luctus cursus. </a:t>
            </a:r>
            <a:endParaRPr lang="en-US"/>
          </a:p>
        </p:txBody>
      </p:sp>
      <p:sp>
        <p:nvSpPr>
          <p:cNvPr id="5" name="Google-Shape-559-p61-5"/>
          <p:cNvSpPr txBox="1"/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Nulla tempor ut massa elementum dapibus. Nam non ante quis enim fringilla tempus nec in lectus.</a:t>
            </a:r>
            <a:endParaRPr lang="en-US"/>
          </a:p>
        </p:txBody>
      </p:sp>
      <p:sp>
        <p:nvSpPr>
          <p:cNvPr id="6" name="Google-Shape-560-p61-6"/>
          <p:cNvSpPr txBox="1"/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Nulla tempor ut massa elementum dapibus. Nam non ante quis enim fringilla tempus nec in lectus.</a:t>
            </a:r>
            <a:endParaRPr lang="en-US"/>
          </a:p>
        </p:txBody>
      </p:sp>
      <p:sp>
        <p:nvSpPr>
          <p:cNvPr id="7" name="Google-Shape-561-p61-7"/>
          <p:cNvSpPr/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avLst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Google-Shape-562-p61-8"/>
          <p:cNvSpPr/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avLst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Google-Shape-563-p61-9"/>
          <p:cNvSpPr/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avLst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8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Half text, half image slide</a:t>
            </a:r>
            <a:endParaRPr lang="en-US"/>
          </a:p>
        </p:txBody>
      </p:sp>
      <p:sp>
        <p:nvSpPr>
          <p:cNvPr id="4" name="Picture-3-4-backing"/>
          <p:cNvSpPr/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2700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Google-Shape-534-p58-5"/>
          <p:cNvSpPr txBox="1"/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pic>
        <p:nvPicPr>
          <p:cNvPr id="6" name="Picture-3-4" descr="hero placeholder for Picture 3"/>
          <p:cNvPicPr/>
          <p:nvPr/>
        </p:nvPicPr>
        <p:blipFill>
          <a:blip xmlns:r="http://schemas.openxmlformats.org/officeDocument/2006/relationships" xmlns:a="http://schemas.openxmlformats.org/drawingml/2006/main" r:embed="rIdOfficeKitImagec8ba03dbfdaff39e_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9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Large message slides with three callouts. Lorem ipsum dolor sit 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29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4" name="Rounded-Rectangle-9-4"/>
          <p:cNvSpPr/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Rounded-Rectangle-10-5"/>
          <p:cNvSpPr/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Content-Placeholder-9-6"/>
          <p:cNvSpPr txBox="1"/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</a:t>
            </a:r>
            <a:endParaRPr lang="en-US"/>
          </a:p>
        </p:txBody>
      </p:sp>
      <p:sp>
        <p:nvSpPr>
          <p:cNvPr id="7" name="Content-Placeholder-10-7"/>
          <p:cNvSpPr txBox="1"/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</a:t>
            </a:r>
            <a:endParaRPr lang="en-US"/>
          </a:p>
        </p:txBody>
      </p:sp>
      <p:sp>
        <p:nvSpPr>
          <p:cNvPr id="8" name="Google-Shape-340-p61-8"/>
          <p:cNvSpPr/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Google-Shape-340-p61-9"/>
          <p:cNvSpPr/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Rounded-Rectangle-5-10"/>
          <p:cNvSpPr/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ontent-Placeholder-9-11"/>
          <p:cNvSpPr txBox="1"/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</a:t>
            </a:r>
            <a:endParaRPr lang="en-US"/>
          </a:p>
        </p:txBody>
      </p:sp>
      <p:sp>
        <p:nvSpPr>
          <p:cNvPr id="12" name="Google-Shape-340-p61-12"/>
          <p:cNvSpPr/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Content-Placeholder-15-13"/>
          <p:cNvSpPr txBox="1"/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Topic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10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One column layout with checklist </a:t>
            </a:r>
            <a:endParaRPr lang="en-US"/>
          </a:p>
        </p:txBody>
      </p:sp>
      <p:sp>
        <p:nvSpPr>
          <p:cNvPr id="4" name="Google-Shape-534-p58-4"/>
          <p:cNvSpPr txBox="1"/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,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24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2400">
                <a:solidFill>
                  <a:srgbClr val="000000"/>
                </a:solidFill>
                <a:latin typeface="Helvetica Neue"/>
              </a:rPr>
              <a:t> </a:t>
            </a:r>
            <a:endParaRPr lang="en-US"/>
          </a:p>
        </p:txBody>
      </p:sp>
      <p:sp>
        <p:nvSpPr>
          <p:cNvPr id="5" name="Content-Placeholder-10-5"/>
          <p:cNvSpPr txBox="1"/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</a:t>
            </a:r>
            <a:endParaRPr lang="en-US"/>
          </a:p>
        </p:txBody>
      </p:sp>
      <p:sp>
        <p:nvSpPr>
          <p:cNvPr id="6" name="Google-Shape-340-p61-6"/>
          <p:cNvSpPr/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TextBox-11-7"/>
          <p:cNvSpPr txBox="1"/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8" name="Content-Placeholder-10-8"/>
          <p:cNvSpPr txBox="1"/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</a:t>
            </a:r>
            <a:endParaRPr lang="en-US"/>
          </a:p>
        </p:txBody>
      </p:sp>
      <p:sp>
        <p:nvSpPr>
          <p:cNvPr id="9" name="Google-Shape-340-p61-9"/>
          <p:cNvSpPr/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ontent-Placeholder-10-10"/>
          <p:cNvSpPr txBox="1"/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</a:t>
            </a:r>
            <a:endParaRPr lang="en-US"/>
          </a:p>
        </p:txBody>
      </p:sp>
      <p:sp>
        <p:nvSpPr>
          <p:cNvPr id="11" name="Google-Shape-340-p61-11"/>
          <p:cNvSpPr/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ontent-Placeholder-10-12"/>
          <p:cNvSpPr txBox="1"/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</a:t>
            </a:r>
            <a:endParaRPr lang="en-US"/>
          </a:p>
        </p:txBody>
      </p:sp>
      <p:sp>
        <p:nvSpPr>
          <p:cNvPr id="13" name="Google-Shape-340-p61-13"/>
          <p:cNvSpPr/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ontent-Placeholder-10-14"/>
          <p:cNvSpPr txBox="1"/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</a:t>
            </a:r>
            <a:endParaRPr lang="en-US"/>
          </a:p>
        </p:txBody>
      </p:sp>
      <p:sp>
        <p:nvSpPr>
          <p:cNvPr id="15" name="Google-Shape-340-p61-15"/>
          <p:cNvSpPr/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avLst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11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Intro with two comparison cards</a:t>
            </a:r>
            <a:endParaRPr lang="en-US"/>
          </a:p>
        </p:txBody>
      </p:sp>
      <p:sp>
        <p:nvSpPr>
          <p:cNvPr id="4" name="Rounded-Rectangle-1-4"/>
          <p:cNvSpPr/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ontent-Placeholder-10-5"/>
          <p:cNvSpPr txBox="1"/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6" name="Content-Placeholder-15-6"/>
          <p:cNvSpPr txBox="1"/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4000"/>
              </a:lnSpc>
              <a:spcAft>
                <a:spcPts val="600"/>
              </a:spcAft>
              <a:buChar char="•"/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Detail goes here</a:t>
            </a:r>
            <a:endParaRPr lang="en-US"/>
          </a:p>
          <a:p xmlns:a="http://schemas.openxmlformats.org/drawingml/2006/main">
            <a:pPr marL="228600" indent="-228600" algn="l">
              <a:lnSpc>
                <a:spcPct val="114000"/>
              </a:lnSpc>
              <a:spcAft>
                <a:spcPts val="600"/>
              </a:spcAft>
              <a:buChar char="•"/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Detail goes here</a:t>
            </a:r>
            <a:endParaRPr lang="en-US"/>
          </a:p>
          <a:p xmlns:a="http://schemas.openxmlformats.org/drawingml/2006/main">
            <a:pPr marL="228600" indent="-228600" algn="l">
              <a:lnSpc>
                <a:spcPct val="114000"/>
              </a:lnSpc>
              <a:spcAft>
                <a:spcPts val="600"/>
              </a:spcAft>
              <a:buChar char="•"/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Detail goes here</a:t>
            </a:r>
            <a:endParaRPr lang="en-US"/>
          </a:p>
        </p:txBody>
      </p:sp>
      <p:sp>
        <p:nvSpPr>
          <p:cNvPr id="7" name="Rounded-Rectangle-7-7"/>
          <p:cNvSpPr/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ntent-Placeholder-10-8"/>
          <p:cNvSpPr txBox="1"/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9" name="Content-Placeholder-15-9"/>
          <p:cNvSpPr txBox="1"/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4000"/>
              </a:lnSpc>
              <a:spcAft>
                <a:spcPts val="600"/>
              </a:spcAft>
              <a:buChar char="•"/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Detail goes here</a:t>
            </a:r>
            <a:endParaRPr lang="en-US"/>
          </a:p>
          <a:p xmlns:a="http://schemas.openxmlformats.org/drawingml/2006/main">
            <a:pPr marL="228600" indent="-228600" algn="l">
              <a:lnSpc>
                <a:spcPct val="114000"/>
              </a:lnSpc>
              <a:spcAft>
                <a:spcPts val="600"/>
              </a:spcAft>
              <a:buChar char="•"/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Detail goes here</a:t>
            </a:r>
            <a:endParaRPr lang="en-US"/>
          </a:p>
          <a:p xmlns:a="http://schemas.openxmlformats.org/drawingml/2006/main">
            <a:pPr marL="228600" indent="-228600" algn="l">
              <a:lnSpc>
                <a:spcPct val="114000"/>
              </a:lnSpc>
              <a:spcAft>
                <a:spcPts val="600"/>
              </a:spcAft>
              <a:buChar char="•"/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Detail goes here</a:t>
            </a:r>
            <a:endParaRPr lang="en-US"/>
          </a:p>
        </p:txBody>
      </p:sp>
      <p:sp>
        <p:nvSpPr>
          <p:cNvPr id="10" name="Content-Placeholder-15-10"/>
          <p:cNvSpPr txBox="1"/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Topic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12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Intro and 2x2 card grid</a:t>
            </a:r>
            <a:endParaRPr lang="en-US"/>
          </a:p>
        </p:txBody>
      </p:sp>
      <p:sp>
        <p:nvSpPr>
          <p:cNvPr id="4" name="Rounded-Rectangle-6-4"/>
          <p:cNvSpPr/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ontent-Placeholder-10-5"/>
          <p:cNvSpPr txBox="1"/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6" name="Rounded-Rectangle-8-6"/>
          <p:cNvSpPr/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ntent-Placeholder-10-7"/>
          <p:cNvSpPr txBox="1"/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8" name="Rounded-Rectangle-1-8"/>
          <p:cNvSpPr/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ntent-Placeholder-10-9"/>
          <p:cNvSpPr txBox="1"/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10" name="Rounded-Rectangle-3-10"/>
          <p:cNvSpPr/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ontent-Placeholder-10-11"/>
          <p:cNvSpPr txBox="1"/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12" name="Content-Placeholder-15-12"/>
          <p:cNvSpPr txBox="1"/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Topic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-Number-Placeholder-1-2"/>
          <p:cNvSpPr txBox="1"/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13</a:t>
            </a:r>
            <a:endParaRPr lang="en-US"/>
          </a:p>
        </p:txBody>
      </p:sp>
      <p:sp>
        <p:nvSpPr>
          <p:cNvPr id="3" name="Title-2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Four points grid layout </a:t>
            </a:r>
            <a:endParaRPr lang="en-US"/>
          </a:p>
        </p:txBody>
      </p:sp>
      <p:sp>
        <p:nvSpPr>
          <p:cNvPr id="4" name="Content-Placeholder-9-4"/>
          <p:cNvSpPr txBox="1"/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endParaRPr lang="en-US"/>
          </a:p>
        </p:txBody>
      </p:sp>
      <p:sp>
        <p:nvSpPr>
          <p:cNvPr id="5" name="Content-Placeholder-10-5"/>
          <p:cNvSpPr txBox="1"/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endParaRPr lang="en-US"/>
          </a:p>
        </p:txBody>
      </p:sp>
      <p:sp>
        <p:nvSpPr>
          <p:cNvPr id="6" name="Content-Placeholder-9-6"/>
          <p:cNvSpPr txBox="1"/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endParaRPr lang="en-US"/>
          </a:p>
        </p:txBody>
      </p:sp>
      <p:sp>
        <p:nvSpPr>
          <p:cNvPr id="7" name="Content-Placeholder-10-7"/>
          <p:cNvSpPr txBox="1"/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14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Intro and data table</a:t>
            </a:r>
            <a:endParaRPr lang="en-US"/>
          </a:p>
        </p:txBody>
      </p:sp>
      <p:sp>
        <p:nvSpPr>
          <p:cNvPr id="4" name="Content-Placeholder-15-4"/>
          <p:cNvSpPr txBox="1"/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Topic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graphicFrame>
        <p:nvGraphicFramePr>
          <p:cNvPr id="5" name="Google-Shape-644-p93-5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0914"/>
                <a:gridCol w="2280914"/>
                <a:gridCol w="2280914"/>
                <a:gridCol w="2280913"/>
                <a:gridCol w="2280913"/>
              </a:tblGrid>
              <a:tr h="436955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Column Label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Column Label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Column Label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Column Label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Column Label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Data Point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$00.000 / item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1,000,000k / 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0.00023862381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15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Intro with four topics</a:t>
            </a:r>
            <a:endParaRPr lang="en-US"/>
          </a:p>
        </p:txBody>
      </p:sp>
      <p:sp>
        <p:nvSpPr>
          <p:cNvPr id="4" name="Content-Placeholder-10-4"/>
          <p:cNvSpPr txBox="1"/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5" name="Content-Placeholder-10-5"/>
          <p:cNvSpPr txBox="1"/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Item or topic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</p:txBody>
      </p:sp>
      <p:sp>
        <p:nvSpPr>
          <p:cNvPr id="6" name="Content-Placeholder-10-6"/>
          <p:cNvSpPr txBox="1"/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7" name="Content-Placeholder-10-7"/>
          <p:cNvSpPr txBox="1"/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Item or topic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</p:txBody>
      </p:sp>
      <p:sp>
        <p:nvSpPr>
          <p:cNvPr id="8" name="Content-Placeholder-10-8"/>
          <p:cNvSpPr txBox="1"/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9" name="Content-Placeholder-10-9"/>
          <p:cNvSpPr txBox="1"/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Item or topic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</p:txBody>
      </p:sp>
      <p:sp>
        <p:nvSpPr>
          <p:cNvPr id="10" name="Content-Placeholder-10-10"/>
          <p:cNvSpPr txBox="1"/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11" name="Content-Placeholder-10-11"/>
          <p:cNvSpPr txBox="1"/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Item or topic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6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</p:txBody>
      </p:sp>
      <p:sp>
        <p:nvSpPr>
          <p:cNvPr id="12" name="Google-Shape-534-p58-12"/>
          <p:cNvSpPr txBox="1"/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Quam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-Number-Placeholder-3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16</a:t>
            </a:r>
            <a:endParaRPr lang="en-US"/>
          </a:p>
        </p:txBody>
      </p:sp>
      <p:sp>
        <p:nvSpPr>
          <p:cNvPr id="3" name="Title-10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Four column layout with eight topics</a:t>
            </a:r>
            <a:endParaRPr lang="en-US"/>
          </a:p>
        </p:txBody>
      </p:sp>
      <p:sp>
        <p:nvSpPr>
          <p:cNvPr id="4" name="Content-Placeholder-15-4"/>
          <p:cNvSpPr txBox="1"/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5" name="Text-Placeholder-16-5"/>
          <p:cNvSpPr txBox="1"/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6" name="Content-Placeholder-17-6"/>
          <p:cNvSpPr txBox="1"/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quam.</a:t>
            </a:r>
            <a:endParaRPr lang="en-US"/>
          </a:p>
        </p:txBody>
      </p:sp>
      <p:sp>
        <p:nvSpPr>
          <p:cNvPr id="7" name="Text-Placeholder-18-7"/>
          <p:cNvSpPr txBox="1"/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quam.</a:t>
            </a:r>
            <a:endParaRPr lang="en-US"/>
          </a:p>
        </p:txBody>
      </p:sp>
      <p:sp>
        <p:nvSpPr>
          <p:cNvPr id="8" name="Content-Placeholder-15-8"/>
          <p:cNvSpPr txBox="1"/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9" name="Text-Placeholder-16-9"/>
          <p:cNvSpPr txBox="1"/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quam.</a:t>
            </a:r>
            <a:endParaRPr lang="en-US"/>
          </a:p>
        </p:txBody>
      </p:sp>
      <p:sp>
        <p:nvSpPr>
          <p:cNvPr id="10" name="Content-Placeholder-17-10"/>
          <p:cNvSpPr txBox="1"/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quam.</a:t>
            </a:r>
            <a:endParaRPr lang="en-US"/>
          </a:p>
        </p:txBody>
      </p:sp>
      <p:sp>
        <p:nvSpPr>
          <p:cNvPr id="11" name="Text-Placeholder-18-11"/>
          <p:cNvSpPr txBox="1"/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7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cxnSp>
        <p:nvCxnSpPr>
          <p:cNvPr id="2" name="Google-Shape-2259-p159-4"/>
          <p:cNvCxnSpPr/>
          <p:nvPr/>
        </p:nvCxnSpPr>
        <p:spPr>
          <a:xfrm xmlns:a="http://schemas.openxmlformats.org/drawingml/2006/main" flipH="0" flipV="0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000000"/>
            </a:solidFill>
          </a:ln>
        </p:spPr>
      </p:cxnSp>
      <p:sp>
        <p:nvSpPr>
          <p:cNvPr id="3" name="Slide-Number-Placeholder-3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17</a:t>
            </a:r>
            <a:endParaRPr lang="en-US"/>
          </a:p>
        </p:txBody>
      </p:sp>
      <p:sp>
        <p:nvSpPr>
          <p:cNvPr id="4" name="Title-10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Timeline with three text only milestones</a:t>
            </a:r>
            <a:endParaRPr lang="en-US"/>
          </a:p>
        </p:txBody>
      </p:sp>
      <p:sp>
        <p:nvSpPr>
          <p:cNvPr id="5" name="Google-Shape-2260-p159-5"/>
          <p:cNvSpPr/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Google-Shape-2261-p159-6"/>
          <p:cNvSpPr/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Google-Shape-2262-p159-7"/>
          <p:cNvSpPr/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ntent-Placeholder-15-8"/>
          <p:cNvSpPr txBox="1"/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Date</a:t>
            </a:r>
            <a:endParaRPr lang="en-US"/>
          </a:p>
        </p:txBody>
      </p:sp>
      <p:sp>
        <p:nvSpPr>
          <p:cNvPr id="9" name="Content-Placeholder-15-9"/>
          <p:cNvSpPr txBox="1"/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Date</a:t>
            </a:r>
            <a:endParaRPr lang="en-US"/>
          </a:p>
        </p:txBody>
      </p:sp>
      <p:sp>
        <p:nvSpPr>
          <p:cNvPr id="10" name="Content-Placeholder-15-10"/>
          <p:cNvSpPr txBox="1"/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Date</a:t>
            </a:r>
            <a:endParaRPr lang="en-US"/>
          </a:p>
        </p:txBody>
      </p:sp>
      <p:sp>
        <p:nvSpPr>
          <p:cNvPr id="11" name="Text-Placeholder-16-11"/>
          <p:cNvSpPr txBox="1"/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12" name="Text-Placeholder-16-12"/>
          <p:cNvSpPr txBox="1"/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13" name="Text-Placeholder-16-13"/>
          <p:cNvSpPr txBox="1"/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8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cxnSp>
        <p:nvCxnSpPr>
          <p:cNvPr id="2" name="Google-Shape-2259-p159-4"/>
          <p:cNvCxnSpPr/>
          <p:nvPr/>
        </p:nvCxnSpPr>
        <p:spPr>
          <a:xfrm xmlns:a="http://schemas.openxmlformats.org/drawingml/2006/main" flipH="0" flipV="0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000000"/>
            </a:solidFill>
          </a:ln>
        </p:spPr>
      </p:cxnSp>
      <p:sp>
        <p:nvSpPr>
          <p:cNvPr id="3" name="Slide-Number-Placeholder-3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18</a:t>
            </a:r>
            <a:endParaRPr lang="en-US"/>
          </a:p>
        </p:txBody>
      </p:sp>
      <p:sp>
        <p:nvSpPr>
          <p:cNvPr id="4" name="Title-10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Timeline with three card milestones</a:t>
            </a:r>
            <a:endParaRPr lang="en-US"/>
          </a:p>
        </p:txBody>
      </p:sp>
      <p:sp>
        <p:nvSpPr>
          <p:cNvPr id="5" name="Google-Shape-2260-p159-5"/>
          <p:cNvSpPr/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Google-Shape-2261-p159-6"/>
          <p:cNvSpPr/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Google-Shape-2262-p159-7"/>
          <p:cNvSpPr/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Rounded-Rectangle-19-8"/>
          <p:cNvSpPr/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ntent-Placeholder-8-9"/>
          <p:cNvSpPr txBox="1"/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10" name="Rounded-Rectangle-21-10"/>
          <p:cNvSpPr/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ontent-Placeholder-8-11"/>
          <p:cNvSpPr txBox="1"/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/>
          </a:p>
        </p:txBody>
      </p:sp>
      <p:sp>
        <p:nvSpPr>
          <p:cNvPr id="12" name="Rounded-Rectangle-23-12"/>
          <p:cNvSpPr/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Content-Placeholder-8-13"/>
          <p:cNvSpPr txBox="1"/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/>
          </a:p>
        </p:txBody>
      </p:sp>
      <p:sp>
        <p:nvSpPr>
          <p:cNvPr id="14" name="Text-Placeholder-16-14"/>
          <p:cNvSpPr txBox="1"/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Date</a:t>
            </a:r>
            <a:endParaRPr lang="en-US"/>
          </a:p>
        </p:txBody>
      </p:sp>
      <p:sp>
        <p:nvSpPr>
          <p:cNvPr id="15" name="Text-Placeholder-16-15"/>
          <p:cNvSpPr txBox="1"/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Date</a:t>
            </a:r>
            <a:endParaRPr lang="en-US"/>
          </a:p>
        </p:txBody>
      </p:sp>
      <p:sp>
        <p:nvSpPr>
          <p:cNvPr id="16" name="Text-Placeholder-16-16"/>
          <p:cNvSpPr txBox="1"/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Date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19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Rounded-Rectangle-5-1"/>
          <p:cNvSpPr/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Rounded-Rectangle-6-2"/>
          <p:cNvSpPr/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Rounded-Rectangle-7-3"/>
          <p:cNvSpPr/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Slide-Number-Placeholder-1-4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19</a:t>
            </a:r>
            <a:endParaRPr lang="en-US"/>
          </a:p>
        </p:txBody>
      </p:sp>
      <p:sp>
        <p:nvSpPr>
          <p:cNvPr id="6" name="Title-2-5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Topic description and three large stat cards layout</a:t>
            </a:r>
            <a:endParaRPr lang="en-US"/>
          </a:p>
        </p:txBody>
      </p:sp>
      <p:sp>
        <p:nvSpPr>
          <p:cNvPr id="7" name="Content-Placeholder-9-6"/>
          <p:cNvSpPr txBox="1"/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8" name="Content-Placeholder-10-7"/>
          <p:cNvSpPr txBox="1"/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9" name="Content-Placeholder-11-8"/>
          <p:cNvSpPr txBox="1"/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sp>
        <p:nvSpPr>
          <p:cNvPr id="10" name="Content-Placeholder-9-9"/>
          <p:cNvSpPr txBox="1"/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12%</a:t>
            </a:r>
            <a:endParaRPr lang="en-US"/>
          </a:p>
        </p:txBody>
      </p:sp>
      <p:sp>
        <p:nvSpPr>
          <p:cNvPr id="11" name="Content-Placeholder-9-10"/>
          <p:cNvSpPr txBox="1"/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34%</a:t>
            </a:r>
            <a:endParaRPr lang="en-US"/>
          </a:p>
        </p:txBody>
      </p:sp>
      <p:sp>
        <p:nvSpPr>
          <p:cNvPr id="12" name="Content-Placeholder-9-11"/>
          <p:cNvSpPr txBox="1"/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56%</a:t>
            </a:r>
            <a:endParaRPr lang="en-US"/>
          </a:p>
        </p:txBody>
      </p:sp>
      <p:sp>
        <p:nvSpPr>
          <p:cNvPr id="13" name="Content-Placeholder-15-12"/>
          <p:cNvSpPr txBox="1"/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Topic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tempor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elementum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dapibus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Nam non ante quis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enim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fringilla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tempus nec 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lectus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0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20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Chart with three cards</a:t>
            </a:r>
            <a:endParaRPr lang="en-US"/>
          </a:p>
        </p:txBody>
      </p:sp>
      <p:sp>
        <p:nvSpPr>
          <p:cNvPr id="4" name="Rounded-Rectangle-6-4"/>
          <p:cNvSpPr/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ontent-Placeholder-10-5"/>
          <p:cNvSpPr txBox="1"/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6" name="Rounded-Rectangle-8-6"/>
          <p:cNvSpPr/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ntent-Placeholder-10-7"/>
          <p:cNvSpPr txBox="1"/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sp>
        <p:nvSpPr>
          <p:cNvPr id="8" name="Rounded-Rectangle-1-8"/>
          <p:cNvSpPr/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ntent-Placeholder-10-9"/>
          <p:cNvSpPr txBox="1"/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Title goes here</a:t>
            </a:r>
            <a:endParaRPr lang="en-US"/>
          </a:p>
          <a:p xmlns:a="http://schemas.openxmlformats.org/drawingml/2006/main">
            <a:pPr algn="l">
              <a:spcBef>
                <a:spcPts val="1300"/>
              </a:spcBef>
              <a:spcAft>
                <a:spcPts val="1300"/>
              </a:spcAft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8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graphicFrame>
        <p:nvGraphicFramePr>
          <p:cNvPr id="10" name="ch/0051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bf9556d7ab4658"/>
          </a:graphicData>
        </a:graphic>
      </p:graphicFrame>
    </p:spTree>
  </p:cSld>
  <p:clrMapOvr>
    <a:masterClrMapping xmlns:a="http://schemas.openxmlformats.org/drawingml/2006/main"/>
  </p:clrMapOvr>
</p:sld>
</file>

<file path=ppt/slides/slide21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-Number-Placeholder-3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21</a:t>
            </a:r>
            <a:endParaRPr lang="en-US"/>
          </a:p>
        </p:txBody>
      </p:sp>
      <p:sp>
        <p:nvSpPr>
          <p:cNvPr id="3" name="Title-10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Line chart with two stat callout cards</a:t>
            </a:r>
            <a:endParaRPr lang="en-US"/>
          </a:p>
        </p:txBody>
      </p:sp>
      <p:sp>
        <p:nvSpPr>
          <p:cNvPr id="4" name="Rounded-Rectangle-36-4"/>
          <p:cNvSpPr/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ontent-Placeholder-9-5"/>
          <p:cNvSpPr txBox="1"/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12%</a:t>
            </a:r>
            <a:endParaRPr lang="en-US"/>
          </a:p>
        </p:txBody>
      </p:sp>
      <p:sp>
        <p:nvSpPr>
          <p:cNvPr id="6" name="Content-Placeholder-15-6"/>
          <p:cNvSpPr txBox="1"/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400">
                <a:solidFill>
                  <a:srgbClr val="000000"/>
                </a:solidFill>
                <a:latin typeface="Helvetica Neue"/>
              </a:rPr>
              <a:t>sit amet, consectetur</a:t>
            </a:r>
            <a:endParaRPr lang="en-US"/>
          </a:p>
        </p:txBody>
      </p:sp>
      <p:sp>
        <p:nvSpPr>
          <p:cNvPr id="7" name="Rounded-Rectangle-39-7"/>
          <p:cNvSpPr/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ntent-Placeholder-9-8"/>
          <p:cNvSpPr txBox="1"/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12%</a:t>
            </a:r>
            <a:endParaRPr lang="en-US"/>
          </a:p>
        </p:txBody>
      </p:sp>
      <p:sp>
        <p:nvSpPr>
          <p:cNvPr id="9" name="Content-Placeholder-15-9"/>
          <p:cNvSpPr txBox="1"/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400">
                <a:solidFill>
                  <a:srgbClr val="000000"/>
                </a:solidFill>
                <a:latin typeface="Helvetica Neue"/>
              </a:rPr>
              <a:t>sit amet, consectetur</a:t>
            </a:r>
            <a:endParaRPr lang="en-US"/>
          </a:p>
        </p:txBody>
      </p:sp>
      <p:sp>
        <p:nvSpPr>
          <p:cNvPr id="10" name="Content-Placeholder-2-10"/>
          <p:cNvSpPr txBox="1"/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endParaRPr lang="en-US"/>
          </a:p>
        </p:txBody>
      </p:sp>
      <p:graphicFrame>
        <p:nvGraphicFramePr>
          <p:cNvPr id="11" name="ch/005c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e2b967304245cc"/>
          </a:graphicData>
        </a:graphic>
      </p:graphicFrame>
    </p:spTree>
  </p:cSld>
  <p:clrMapOvr>
    <a:masterClrMapping xmlns:a="http://schemas.openxmlformats.org/drawingml/2006/main"/>
  </p:clrMapOvr>
</p:sld>
</file>

<file path=ppt/slides/slide22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-Number-Placeholder-3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22</a:t>
            </a:r>
            <a:endParaRPr lang="en-US"/>
          </a:p>
        </p:txBody>
      </p:sp>
      <p:sp>
        <p:nvSpPr>
          <p:cNvPr id="3" name="Title-10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Column chart with text and two stat callouts</a:t>
            </a:r>
            <a:endParaRPr lang="en-US"/>
          </a:p>
        </p:txBody>
      </p:sp>
      <p:sp>
        <p:nvSpPr>
          <p:cNvPr id="4" name="Content-Placeholder-9-4"/>
          <p:cNvSpPr txBox="1"/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12%</a:t>
            </a:r>
            <a:endParaRPr lang="en-US"/>
          </a:p>
        </p:txBody>
      </p:sp>
      <p:sp>
        <p:nvSpPr>
          <p:cNvPr id="5" name="Content-Placeholder-15-5"/>
          <p:cNvSpPr txBox="1"/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400">
                <a:solidFill>
                  <a:srgbClr val="000000"/>
                </a:solidFill>
                <a:latin typeface="Helvetica Neue"/>
              </a:rPr>
              <a:t>sit amet, consectetur</a:t>
            </a:r>
            <a:endParaRPr lang="en-US"/>
          </a:p>
        </p:txBody>
      </p:sp>
      <p:sp>
        <p:nvSpPr>
          <p:cNvPr id="6" name="Content-Placeholder-9-6"/>
          <p:cNvSpPr txBox="1"/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marL="2540" indent="0" algn="l">
              <a:lnSpc>
                <a:spcPct val="110000"/>
              </a:lnSpc>
              <a:buChar char="•"/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12%</a:t>
            </a:r>
            <a:endParaRPr lang="en-US"/>
          </a:p>
        </p:txBody>
      </p:sp>
      <p:sp>
        <p:nvSpPr>
          <p:cNvPr id="7" name="Content-Placeholder-15-7"/>
          <p:cNvSpPr txBox="1"/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Lorem ipsum dolor </a:t>
            </a:r>
            <a:br>
              <a:rPr lang="en-US" sz="2400">
                <a:solidFill>
                  <a:srgbClr val="000000"/>
                </a:solidFill>
                <a:latin typeface="Helvetica Neue"/>
              </a:rPr>
            </a:br>
            <a:r>
              <a:rPr lang="en-US" sz="1400">
                <a:solidFill>
                  <a:srgbClr val="000000"/>
                </a:solidFill>
                <a:latin typeface="Helvetica Neue"/>
              </a:rPr>
              <a:t>sit amet, consectetur</a:t>
            </a:r>
            <a:endParaRPr lang="en-US"/>
          </a:p>
        </p:txBody>
      </p:sp>
      <p:sp>
        <p:nvSpPr>
          <p:cNvPr id="8" name="Rounded-Rectangle-1-8"/>
          <p:cNvSpPr/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6891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ntent-Placeholder-1-9"/>
          <p:cNvSpPr txBox="1"/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Nullam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pharetra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mauris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tortor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In hac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habitasse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platea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dictumst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Proin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mattis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nibh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risus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</a:t>
            </a:r>
            <a:endParaRPr lang="en-US"/>
          </a:p>
        </p:txBody>
      </p:sp>
      <p:graphicFrame>
        <p:nvGraphicFramePr>
          <p:cNvPr id="10" name="ch/005m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bfea5b1c004c85"/>
          </a:graphicData>
        </a:graphic>
      </p:graphicFrame>
    </p:spTree>
  </p:cSld>
  <p:clrMapOvr>
    <a:masterClrMapping xmlns:a="http://schemas.openxmlformats.org/drawingml/2006/main"/>
  </p:clrMapOvr>
</p:sld>
</file>

<file path=ppt/slides/slide23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-Number-Placeholder-3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23</a:t>
            </a:r>
            <a:endParaRPr lang="en-US"/>
          </a:p>
        </p:txBody>
      </p:sp>
      <p:sp>
        <p:nvSpPr>
          <p:cNvPr id="3" name="Title-7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Three column pricing layout</a:t>
            </a:r>
            <a:endParaRPr lang="en-US"/>
          </a:p>
        </p:txBody>
      </p:sp>
      <p:sp>
        <p:nvSpPr>
          <p:cNvPr id="4" name="Rounded-Rectangle-4-4"/>
          <p:cNvSpPr/>
          <p:nvPr/>
        </p:nvSpPr>
        <p:spPr>
          <a:xfrm xmlns:a="http://schemas.openxmlformats.org/drawingml/2006/main">
            <a:off x="393668" y="2031968"/>
            <a:ext cx="3568732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ontent-Placeholder-8-5"/>
          <p:cNvSpPr txBox="1"/>
          <p:nvPr/>
        </p:nvSpPr>
        <p:spPr>
          <a:xfrm xmlns:a="http://schemas.openxmlformats.org/drawingml/2006/main">
            <a:off x="643700" y="4784312"/>
            <a:ext cx="3068669" cy="21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Starting from</a:t>
            </a:r>
            <a:endParaRPr lang="en-US"/>
          </a:p>
        </p:txBody>
      </p:sp>
      <p:sp>
        <p:nvSpPr>
          <p:cNvPr id="6" name="Content-Placeholder-8-6"/>
          <p:cNvSpPr txBox="1"/>
          <p:nvPr/>
        </p:nvSpPr>
        <p:spPr>
          <a:xfrm xmlns:a="http://schemas.openxmlformats.org/drawingml/2006/main">
            <a:off x="643700" y="5282184"/>
            <a:ext cx="1705737" cy="48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$234</a:t>
            </a:r>
            <a:endParaRPr lang="en-US"/>
          </a:p>
        </p:txBody>
      </p:sp>
      <p:sp>
        <p:nvSpPr>
          <p:cNvPr id="7" name="Content-Placeholder-8-7"/>
          <p:cNvSpPr txBox="1"/>
          <p:nvPr/>
        </p:nvSpPr>
        <p:spPr>
          <a:xfrm xmlns:a="http://schemas.openxmlformats.org/drawingml/2006/main">
            <a:off x="2349532" y="5424773"/>
            <a:ext cx="1362837" cy="21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/ per month</a:t>
            </a:r>
            <a:endParaRPr lang="en-US"/>
          </a:p>
        </p:txBody>
      </p:sp>
      <p:sp>
        <p:nvSpPr>
          <p:cNvPr id="8" name="Rounded-Rectangle-1-9"/>
          <p:cNvSpPr/>
          <p:nvPr/>
        </p:nvSpPr>
        <p:spPr>
          <a:xfrm xmlns:a="http://schemas.openxmlformats.org/drawingml/2006/main">
            <a:off x="4305300" y="2031968"/>
            <a:ext cx="3568732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ntent-Placeholder-8-10"/>
          <p:cNvSpPr txBox="1"/>
          <p:nvPr/>
        </p:nvSpPr>
        <p:spPr>
          <a:xfrm xmlns:a="http://schemas.openxmlformats.org/drawingml/2006/main">
            <a:off x="4555331" y="2316004"/>
            <a:ext cx="3068669" cy="204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1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 ut massa luctus cursus.</a:t>
            </a:r>
            <a:endParaRPr lang="en-US"/>
          </a:p>
        </p:txBody>
      </p:sp>
      <p:sp>
        <p:nvSpPr>
          <p:cNvPr id="10" name="Content-Placeholder-8-11"/>
          <p:cNvSpPr txBox="1"/>
          <p:nvPr/>
        </p:nvSpPr>
        <p:spPr>
          <a:xfrm xmlns:a="http://schemas.openxmlformats.org/drawingml/2006/main">
            <a:off x="4555331" y="4784312"/>
            <a:ext cx="3068669" cy="21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Starting from</a:t>
            </a:r>
            <a:endParaRPr lang="en-US"/>
          </a:p>
        </p:txBody>
      </p:sp>
      <p:sp>
        <p:nvSpPr>
          <p:cNvPr id="11" name="Content-Placeholder-8-12"/>
          <p:cNvSpPr txBox="1"/>
          <p:nvPr/>
        </p:nvSpPr>
        <p:spPr>
          <a:xfrm xmlns:a="http://schemas.openxmlformats.org/drawingml/2006/main">
            <a:off x="4555331" y="5282184"/>
            <a:ext cx="1705737" cy="48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$234</a:t>
            </a:r>
            <a:endParaRPr lang="en-US"/>
          </a:p>
        </p:txBody>
      </p:sp>
      <p:sp>
        <p:nvSpPr>
          <p:cNvPr id="12" name="Content-Placeholder-8-13"/>
          <p:cNvSpPr txBox="1"/>
          <p:nvPr/>
        </p:nvSpPr>
        <p:spPr>
          <a:xfrm xmlns:a="http://schemas.openxmlformats.org/drawingml/2006/main">
            <a:off x="6261068" y="5424773"/>
            <a:ext cx="1362837" cy="21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/ per month</a:t>
            </a:r>
            <a:endParaRPr lang="en-US"/>
          </a:p>
        </p:txBody>
      </p:sp>
      <p:sp>
        <p:nvSpPr>
          <p:cNvPr id="13" name="Rounded-Rectangle-12-15"/>
          <p:cNvSpPr/>
          <p:nvPr/>
        </p:nvSpPr>
        <p:spPr>
          <a:xfrm xmlns:a="http://schemas.openxmlformats.org/drawingml/2006/main">
            <a:off x="8216932" y="2031968"/>
            <a:ext cx="3568732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ontent-Placeholder-8-16"/>
          <p:cNvSpPr txBox="1"/>
          <p:nvPr/>
        </p:nvSpPr>
        <p:spPr>
          <a:xfrm xmlns:a="http://schemas.openxmlformats.org/drawingml/2006/main">
            <a:off x="8466963" y="2316004"/>
            <a:ext cx="3068669" cy="204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1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amet, consectetur adipiscing elit. Pellentesque ultricies quam ut massa luctus cursus.</a:t>
            </a:r>
            <a:endParaRPr lang="en-US"/>
          </a:p>
        </p:txBody>
      </p:sp>
      <p:sp>
        <p:nvSpPr>
          <p:cNvPr id="15" name="Content-Placeholder-8-17"/>
          <p:cNvSpPr txBox="1"/>
          <p:nvPr/>
        </p:nvSpPr>
        <p:spPr>
          <a:xfrm xmlns:a="http://schemas.openxmlformats.org/drawingml/2006/main">
            <a:off x="8466963" y="4784312"/>
            <a:ext cx="3068669" cy="21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Starting from</a:t>
            </a:r>
            <a:endParaRPr lang="en-US"/>
          </a:p>
        </p:txBody>
      </p:sp>
      <p:sp>
        <p:nvSpPr>
          <p:cNvPr id="16" name="Content-Placeholder-8-18"/>
          <p:cNvSpPr txBox="1"/>
          <p:nvPr/>
        </p:nvSpPr>
        <p:spPr>
          <a:xfrm xmlns:a="http://schemas.openxmlformats.org/drawingml/2006/main">
            <a:off x="8466963" y="5282184"/>
            <a:ext cx="1705737" cy="481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Helvetica Neue"/>
              </a:rPr>
              <a:t>$234</a:t>
            </a:r>
            <a:endParaRPr lang="en-US"/>
          </a:p>
        </p:txBody>
      </p:sp>
      <p:sp>
        <p:nvSpPr>
          <p:cNvPr id="17" name="Content-Placeholder-8-19"/>
          <p:cNvSpPr txBox="1"/>
          <p:nvPr/>
        </p:nvSpPr>
        <p:spPr>
          <a:xfrm xmlns:a="http://schemas.openxmlformats.org/drawingml/2006/main">
            <a:off x="10172700" y="5424773"/>
            <a:ext cx="1362837" cy="21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/ per month</a:t>
            </a:r>
            <a:endParaRPr lang="en-US"/>
          </a:p>
        </p:txBody>
      </p:sp>
      <p:sp>
        <p:nvSpPr>
          <p:cNvPr id="18" name="Content-Placeholder-8-21"/>
          <p:cNvSpPr txBox="1"/>
          <p:nvPr/>
        </p:nvSpPr>
        <p:spPr>
          <a:xfrm xmlns:a="http://schemas.openxmlformats.org/drawingml/2006/main">
            <a:off x="642176" y="2316194"/>
            <a:ext cx="3070193" cy="2039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2100">
                <a:solidFill>
                  <a:srgbClr val="000000"/>
                </a:solidFill>
                <a:latin typeface="Helvetica Neue"/>
              </a:rPr>
              <a:t>Title here</a:t>
            </a:r>
            <a:endParaRPr lang="en-US"/>
          </a:p>
          <a:p xmlns:a="http://schemas.openxmlformats.org/drawingml/2006/main">
            <a:pPr algn="l">
              <a:lnSpc>
                <a:spcPct val="114000"/>
              </a:lnSpc>
              <a:spcAft>
                <a:spcPts val="800"/>
              </a:spcAft>
            </a:pPr>
            <a:r>
              <a:rPr lang="en-US" sz="1600">
                <a:solidFill>
                  <a:srgbClr val="000000"/>
                </a:solidFill>
                <a:latin typeface="Helvetica Neue"/>
              </a:rPr>
              <a:t>Lorem ipsum dolor sit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amet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,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consectetur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adipiscing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elit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.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Pellentesque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ultricies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quam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ut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massa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luctus</a:t>
            </a:r>
            <a:r>
              <a:rPr lang="en-US" sz="1600">
                <a:solidFill>
                  <a:srgbClr val="000000"/>
                </a:solidFill>
                <a:latin typeface="Helvetica Neue"/>
              </a:rPr>
              <a:t> cursus.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4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24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Gantt chart over time</a:t>
            </a:r>
            <a:endParaRPr lang="en-US"/>
          </a:p>
        </p:txBody>
      </p:sp>
      <p:sp>
        <p:nvSpPr>
          <p:cNvPr id="4" name="Google-Shape-955-p80-5"/>
          <p:cNvSpPr/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Google-Shape-955-p80-5"/>
          <p:cNvSpPr txBox="1"/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000000"/>
                </a:solidFill>
                <a:latin typeface="Helvetica Neue"/>
              </a:rPr>
              <a:t>Lorem ipsum</a:t>
            </a:r>
            <a:endParaRPr lang="en-US"/>
          </a:p>
        </p:txBody>
      </p:sp>
      <p:sp>
        <p:nvSpPr>
          <p:cNvPr id="6" name="Google-Shape-957-p80-6"/>
          <p:cNvSpPr/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Google-Shape-957-p80-6"/>
          <p:cNvSpPr txBox="1"/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000000"/>
                </a:solidFill>
                <a:latin typeface="Helvetica Neue"/>
              </a:rPr>
              <a:t>Lorem ipsum</a:t>
            </a:r>
            <a:endParaRPr lang="en-US"/>
          </a:p>
        </p:txBody>
      </p:sp>
      <p:sp>
        <p:nvSpPr>
          <p:cNvPr id="8" name="Google-Shape-960-p80-7"/>
          <p:cNvSpPr/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Google-Shape-960-p80-7"/>
          <p:cNvSpPr txBox="1"/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000000"/>
                </a:solidFill>
                <a:latin typeface="Helvetica Neue"/>
              </a:rPr>
              <a:t>Lorem ipsum</a:t>
            </a:r>
            <a:endParaRPr lang="en-US"/>
          </a:p>
        </p:txBody>
      </p:sp>
      <p:sp>
        <p:nvSpPr>
          <p:cNvPr id="10" name="Google-Shape-963-p80-8"/>
          <p:cNvSpPr/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Google-Shape-963-p80-8"/>
          <p:cNvSpPr txBox="1"/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000000"/>
                </a:solidFill>
                <a:latin typeface="Helvetica Neue"/>
              </a:rPr>
              <a:t>Lorem ipsum</a:t>
            </a:r>
            <a:endParaRPr lang="en-US"/>
          </a:p>
        </p:txBody>
      </p:sp>
      <p:sp>
        <p:nvSpPr>
          <p:cNvPr id="12" name="Google-Shape-966-p80-9"/>
          <p:cNvSpPr/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Google-Shape-966-p80-9"/>
          <p:cNvSpPr txBox="1"/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000000"/>
                </a:solidFill>
                <a:latin typeface="Helvetica Neue"/>
              </a:rPr>
              <a:t>Lorem ipsum</a:t>
            </a:r>
            <a:endParaRPr lang="en-US"/>
          </a:p>
        </p:txBody>
      </p:sp>
      <p:sp>
        <p:nvSpPr>
          <p:cNvPr id="14" name="Google-Shape-969-p80-10"/>
          <p:cNvSpPr/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Google-Shape-969-p80-10"/>
          <p:cNvSpPr txBox="1"/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000000"/>
                </a:solidFill>
                <a:latin typeface="Helvetica Neue"/>
              </a:rPr>
              <a:t>Lorem ipsum</a:t>
            </a:r>
            <a:endParaRPr lang="en-US"/>
          </a:p>
        </p:txBody>
      </p:sp>
      <p:graphicFrame>
        <p:nvGraphicFramePr>
          <p:cNvPr id="16" name="Google-Shape-953-p80-4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0933"/>
                <a:gridCol w="2280933"/>
                <a:gridCol w="2280933"/>
                <a:gridCol w="2280933"/>
                <a:gridCol w="2280932"/>
              </a:tblGrid>
              <a:tr h="4614482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Milestone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Milestone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Milestone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Milestone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Milestone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25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Google-Shape-532-p58-2"/>
          <p:cNvSpPr txBox="1"/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000000"/>
                </a:solidFill>
                <a:latin typeface="Helvetica Neue"/>
              </a:rPr>
              <a:t>25</a:t>
            </a:r>
            <a:endParaRPr lang="en-US"/>
          </a:p>
        </p:txBody>
      </p:sp>
      <p:sp>
        <p:nvSpPr>
          <p:cNvPr id="3" name="Google-Shape-533-p58-3"/>
          <p:cNvSpPr txBox="1"/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2900">
                <a:solidFill>
                  <a:srgbClr val="000000"/>
                </a:solidFill>
                <a:latin typeface="Helvetica Neue"/>
              </a:rPr>
              <a:t>Calendar grid with milestones</a:t>
            </a:r>
            <a:endParaRPr lang="en-US"/>
          </a:p>
        </p:txBody>
      </p:sp>
      <p:sp>
        <p:nvSpPr>
          <p:cNvPr id="4" name="weekday-1"/>
          <p:cNvSpPr txBox="1"/>
          <p:nvPr/>
        </p:nvSpPr>
        <p:spPr>
          <a:xfrm xmlns:a="http://schemas.openxmlformats.org/drawingml/2006/main">
            <a:off x="393668" y="822103"/>
            <a:ext cx="228095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000000"/>
                </a:solidFill>
                <a:latin typeface="Helvetica Neue"/>
              </a:rPr>
              <a:t>Monday</a:t>
            </a:r>
            <a:endParaRPr lang="en-US"/>
          </a:p>
        </p:txBody>
      </p:sp>
      <p:sp>
        <p:nvSpPr>
          <p:cNvPr id="5" name="weekday-2"/>
          <p:cNvSpPr txBox="1"/>
          <p:nvPr/>
        </p:nvSpPr>
        <p:spPr>
          <a:xfrm xmlns:a="http://schemas.openxmlformats.org/drawingml/2006/main">
            <a:off x="2674620" y="822103"/>
            <a:ext cx="228095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000000"/>
                </a:solidFill>
                <a:latin typeface="Helvetica Neue"/>
              </a:rPr>
              <a:t>Tuesday</a:t>
            </a:r>
            <a:endParaRPr lang="en-US"/>
          </a:p>
        </p:txBody>
      </p:sp>
      <p:sp>
        <p:nvSpPr>
          <p:cNvPr id="6" name="weekday-3"/>
          <p:cNvSpPr txBox="1"/>
          <p:nvPr/>
        </p:nvSpPr>
        <p:spPr>
          <a:xfrm xmlns:a="http://schemas.openxmlformats.org/drawingml/2006/main">
            <a:off x="4955572" y="822103"/>
            <a:ext cx="228095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000000"/>
                </a:solidFill>
                <a:latin typeface="Helvetica Neue"/>
              </a:rPr>
              <a:t>Wednesday</a:t>
            </a:r>
            <a:endParaRPr lang="en-US"/>
          </a:p>
        </p:txBody>
      </p:sp>
      <p:sp>
        <p:nvSpPr>
          <p:cNvPr id="7" name="weekday-4"/>
          <p:cNvSpPr txBox="1"/>
          <p:nvPr/>
        </p:nvSpPr>
        <p:spPr>
          <a:xfrm xmlns:a="http://schemas.openxmlformats.org/drawingml/2006/main">
            <a:off x="7236524" y="822103"/>
            <a:ext cx="228095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000000"/>
                </a:solidFill>
                <a:latin typeface="Helvetica Neue"/>
              </a:rPr>
              <a:t>Thursday</a:t>
            </a:r>
            <a:endParaRPr lang="en-US"/>
          </a:p>
        </p:txBody>
      </p:sp>
      <p:sp>
        <p:nvSpPr>
          <p:cNvPr id="8" name="weekday-5"/>
          <p:cNvSpPr txBox="1"/>
          <p:nvPr/>
        </p:nvSpPr>
        <p:spPr>
          <a:xfrm xmlns:a="http://schemas.openxmlformats.org/drawingml/2006/main">
            <a:off x="9517475" y="822103"/>
            <a:ext cx="228095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000000"/>
                </a:solidFill>
                <a:latin typeface="Helvetica Neue"/>
              </a:rPr>
              <a:t>Friday</a:t>
            </a:r>
            <a:endParaRPr lang="en-US"/>
          </a:p>
        </p:txBody>
      </p:sp>
      <p:sp>
        <p:nvSpPr>
          <p:cNvPr id="9" name="day-number-1"/>
          <p:cNvSpPr txBox="1"/>
          <p:nvPr/>
        </p:nvSpPr>
        <p:spPr>
          <a:xfrm xmlns:a="http://schemas.openxmlformats.org/drawingml/2006/main">
            <a:off x="535972" y="1346168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0" name="day-number-2"/>
          <p:cNvSpPr txBox="1"/>
          <p:nvPr/>
        </p:nvSpPr>
        <p:spPr>
          <a:xfrm xmlns:a="http://schemas.openxmlformats.org/drawingml/2006/main">
            <a:off x="2816924" y="1346168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1" name="day-number-3"/>
          <p:cNvSpPr txBox="1"/>
          <p:nvPr/>
        </p:nvSpPr>
        <p:spPr>
          <a:xfrm xmlns:a="http://schemas.openxmlformats.org/drawingml/2006/main">
            <a:off x="5097875" y="1346168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2" name="day-number-4"/>
          <p:cNvSpPr txBox="1"/>
          <p:nvPr/>
        </p:nvSpPr>
        <p:spPr>
          <a:xfrm xmlns:a="http://schemas.openxmlformats.org/drawingml/2006/main">
            <a:off x="7378827" y="1346168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3" name="day-number-5"/>
          <p:cNvSpPr txBox="1"/>
          <p:nvPr/>
        </p:nvSpPr>
        <p:spPr>
          <a:xfrm xmlns:a="http://schemas.openxmlformats.org/drawingml/2006/main">
            <a:off x="9659779" y="1346168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4" name="day-number-6"/>
          <p:cNvSpPr txBox="1"/>
          <p:nvPr/>
        </p:nvSpPr>
        <p:spPr>
          <a:xfrm xmlns:a="http://schemas.openxmlformats.org/drawingml/2006/main">
            <a:off x="535972" y="257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5" name="day-number-7"/>
          <p:cNvSpPr txBox="1"/>
          <p:nvPr/>
        </p:nvSpPr>
        <p:spPr>
          <a:xfrm xmlns:a="http://schemas.openxmlformats.org/drawingml/2006/main">
            <a:off x="2816924" y="257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6" name="day-number-8"/>
          <p:cNvSpPr txBox="1"/>
          <p:nvPr/>
        </p:nvSpPr>
        <p:spPr>
          <a:xfrm xmlns:a="http://schemas.openxmlformats.org/drawingml/2006/main">
            <a:off x="5097875" y="257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7" name="day-number-9"/>
          <p:cNvSpPr txBox="1"/>
          <p:nvPr/>
        </p:nvSpPr>
        <p:spPr>
          <a:xfrm xmlns:a="http://schemas.openxmlformats.org/drawingml/2006/main">
            <a:off x="7378827" y="257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8" name="day-number-10"/>
          <p:cNvSpPr txBox="1"/>
          <p:nvPr/>
        </p:nvSpPr>
        <p:spPr>
          <a:xfrm xmlns:a="http://schemas.openxmlformats.org/drawingml/2006/main">
            <a:off x="9659779" y="2571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19" name="day-number-11"/>
          <p:cNvSpPr txBox="1"/>
          <p:nvPr/>
        </p:nvSpPr>
        <p:spPr>
          <a:xfrm xmlns:a="http://schemas.openxmlformats.org/drawingml/2006/main">
            <a:off x="535972" y="3797332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0" name="day-number-12"/>
          <p:cNvSpPr txBox="1"/>
          <p:nvPr/>
        </p:nvSpPr>
        <p:spPr>
          <a:xfrm xmlns:a="http://schemas.openxmlformats.org/drawingml/2006/main">
            <a:off x="2816924" y="3797332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1" name="day-number-13"/>
          <p:cNvSpPr txBox="1"/>
          <p:nvPr/>
        </p:nvSpPr>
        <p:spPr>
          <a:xfrm xmlns:a="http://schemas.openxmlformats.org/drawingml/2006/main">
            <a:off x="5097875" y="3797332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2" name="day-number-14"/>
          <p:cNvSpPr txBox="1"/>
          <p:nvPr/>
        </p:nvSpPr>
        <p:spPr>
          <a:xfrm xmlns:a="http://schemas.openxmlformats.org/drawingml/2006/main">
            <a:off x="7378827" y="3797332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3" name="day-number-15"/>
          <p:cNvSpPr txBox="1"/>
          <p:nvPr/>
        </p:nvSpPr>
        <p:spPr>
          <a:xfrm xmlns:a="http://schemas.openxmlformats.org/drawingml/2006/main">
            <a:off x="9659779" y="3797332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4" name="day-number-16"/>
          <p:cNvSpPr txBox="1"/>
          <p:nvPr/>
        </p:nvSpPr>
        <p:spPr>
          <a:xfrm xmlns:a="http://schemas.openxmlformats.org/drawingml/2006/main">
            <a:off x="535972" y="502291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5" name="day-number-17"/>
          <p:cNvSpPr txBox="1"/>
          <p:nvPr/>
        </p:nvSpPr>
        <p:spPr>
          <a:xfrm xmlns:a="http://schemas.openxmlformats.org/drawingml/2006/main">
            <a:off x="2816924" y="502291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6" name="day-number-18"/>
          <p:cNvSpPr txBox="1"/>
          <p:nvPr/>
        </p:nvSpPr>
        <p:spPr>
          <a:xfrm xmlns:a="http://schemas.openxmlformats.org/drawingml/2006/main">
            <a:off x="5097875" y="502291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7" name="day-number-19"/>
          <p:cNvSpPr txBox="1"/>
          <p:nvPr/>
        </p:nvSpPr>
        <p:spPr>
          <a:xfrm xmlns:a="http://schemas.openxmlformats.org/drawingml/2006/main">
            <a:off x="7378827" y="502291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8" name="day-number-20"/>
          <p:cNvSpPr txBox="1"/>
          <p:nvPr/>
        </p:nvSpPr>
        <p:spPr>
          <a:xfrm xmlns:a="http://schemas.openxmlformats.org/drawingml/2006/main">
            <a:off x="9659779" y="5022914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00000"/>
                </a:solidFill>
                <a:latin typeface="Helvetica Neue"/>
              </a:rPr>
              <a:t>#</a:t>
            </a:r>
            <a:endParaRPr lang="en-US"/>
          </a:p>
        </p:txBody>
      </p:sp>
      <p:sp>
        <p:nvSpPr>
          <p:cNvPr id="29" name="Google-Shape-969-p80-5"/>
          <p:cNvSpPr/>
          <p:nvPr/>
        </p:nvSpPr>
        <p:spPr>
          <a:xfrm xmlns:a="http://schemas.openxmlformats.org/drawingml/2006/main">
            <a:off x="535972" y="1633347"/>
            <a:ext cx="2004060" cy="33994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Google-Shape-969-p80-5"/>
          <p:cNvSpPr txBox="1"/>
          <p:nvPr/>
        </p:nvSpPr>
        <p:spPr>
          <a:xfrm xmlns:a="http://schemas.openxmlformats.org/drawingml/2006/main">
            <a:off x="535972" y="1633347"/>
            <a:ext cx="2004060" cy="33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887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00000"/>
                </a:solidFill>
                <a:latin typeface="Helvetica Neue"/>
              </a:rPr>
              <a:t>Milestone</a:t>
            </a:r>
            <a:endParaRPr lang="en-US"/>
          </a:p>
        </p:txBody>
      </p:sp>
      <p:sp>
        <p:nvSpPr>
          <p:cNvPr id="31" name="Google-Shape-969-p80-6"/>
          <p:cNvSpPr/>
          <p:nvPr/>
        </p:nvSpPr>
        <p:spPr>
          <a:xfrm xmlns:a="http://schemas.openxmlformats.org/drawingml/2006/main">
            <a:off x="535972" y="2039779"/>
            <a:ext cx="2004060" cy="33994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Google-Shape-969-p80-6"/>
          <p:cNvSpPr txBox="1"/>
          <p:nvPr/>
        </p:nvSpPr>
        <p:spPr>
          <a:xfrm xmlns:a="http://schemas.openxmlformats.org/drawingml/2006/main">
            <a:off x="535972" y="2039779"/>
            <a:ext cx="2004060" cy="33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887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00000"/>
                </a:solidFill>
                <a:latin typeface="Helvetica Neue"/>
              </a:rPr>
              <a:t>Milestone</a:t>
            </a:r>
            <a:endParaRPr lang="en-US"/>
          </a:p>
        </p:txBody>
      </p:sp>
      <p:sp>
        <p:nvSpPr>
          <p:cNvPr id="33" name="Google-Shape-969-p80-7"/>
          <p:cNvSpPr/>
          <p:nvPr/>
        </p:nvSpPr>
        <p:spPr>
          <a:xfrm xmlns:a="http://schemas.openxmlformats.org/drawingml/2006/main">
            <a:off x="5095208" y="1788509"/>
            <a:ext cx="2004060" cy="33994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4" name="Google-Shape-969-p80-7"/>
          <p:cNvSpPr txBox="1"/>
          <p:nvPr/>
        </p:nvSpPr>
        <p:spPr>
          <a:xfrm xmlns:a="http://schemas.openxmlformats.org/drawingml/2006/main">
            <a:off x="5095208" y="1788509"/>
            <a:ext cx="2004060" cy="33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887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00000"/>
                </a:solidFill>
                <a:latin typeface="Helvetica Neue"/>
              </a:rPr>
              <a:t>Milestone</a:t>
            </a:r>
            <a:endParaRPr lang="en-US"/>
          </a:p>
        </p:txBody>
      </p:sp>
      <p:sp>
        <p:nvSpPr>
          <p:cNvPr id="35" name="Google-Shape-969-p80-8"/>
          <p:cNvSpPr/>
          <p:nvPr/>
        </p:nvSpPr>
        <p:spPr>
          <a:xfrm xmlns:a="http://schemas.openxmlformats.org/drawingml/2006/main">
            <a:off x="535972" y="4257485"/>
            <a:ext cx="2004060" cy="33994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6" name="Google-Shape-969-p80-8"/>
          <p:cNvSpPr txBox="1"/>
          <p:nvPr/>
        </p:nvSpPr>
        <p:spPr>
          <a:xfrm xmlns:a="http://schemas.openxmlformats.org/drawingml/2006/main">
            <a:off x="535972" y="4257485"/>
            <a:ext cx="2004060" cy="33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887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00000"/>
                </a:solidFill>
                <a:latin typeface="Helvetica Neue"/>
              </a:rPr>
              <a:t>Milestone</a:t>
            </a:r>
            <a:endParaRPr lang="en-US"/>
          </a:p>
        </p:txBody>
      </p:sp>
      <p:sp>
        <p:nvSpPr>
          <p:cNvPr id="37" name="Google-Shape-969-p80-9"/>
          <p:cNvSpPr/>
          <p:nvPr/>
        </p:nvSpPr>
        <p:spPr>
          <a:xfrm xmlns:a="http://schemas.openxmlformats.org/drawingml/2006/main">
            <a:off x="7368540" y="4257485"/>
            <a:ext cx="2004060" cy="33994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8" name="Google-Shape-969-p80-9"/>
          <p:cNvSpPr txBox="1"/>
          <p:nvPr/>
        </p:nvSpPr>
        <p:spPr>
          <a:xfrm xmlns:a="http://schemas.openxmlformats.org/drawingml/2006/main">
            <a:off x="7368540" y="4257485"/>
            <a:ext cx="2004060" cy="33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887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00000"/>
                </a:solidFill>
                <a:latin typeface="Helvetica Neue"/>
              </a:rPr>
              <a:t>Milestone</a:t>
            </a:r>
            <a:endParaRPr lang="en-US"/>
          </a:p>
        </p:txBody>
      </p:sp>
      <p:sp>
        <p:nvSpPr>
          <p:cNvPr id="39" name="Google-Shape-969-p80-10"/>
          <p:cNvSpPr/>
          <p:nvPr/>
        </p:nvSpPr>
        <p:spPr>
          <a:xfrm xmlns:a="http://schemas.openxmlformats.org/drawingml/2006/main">
            <a:off x="2821972" y="5458778"/>
            <a:ext cx="2004060" cy="33994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0" name="Google-Shape-969-p80-10"/>
          <p:cNvSpPr txBox="1"/>
          <p:nvPr/>
        </p:nvSpPr>
        <p:spPr>
          <a:xfrm xmlns:a="http://schemas.openxmlformats.org/drawingml/2006/main">
            <a:off x="2821972" y="5458778"/>
            <a:ext cx="2004060" cy="339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1887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00000"/>
                </a:solidFill>
                <a:latin typeface="Helvetica Neue"/>
              </a:rPr>
              <a:t>Milestone</a:t>
            </a:r>
            <a:endParaRPr lang="en-US"/>
          </a:p>
        </p:txBody>
      </p:sp>
      <p:graphicFrame>
        <p:nvGraphicFramePr>
          <p:cNvPr id="41" name="Google-Shape-953-p80-4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393668" y="1269968"/>
          <a:ext xmlns:a="http://schemas.openxmlformats.org/drawingml/2006/main" cx="11404664" cy="4902232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0933"/>
                <a:gridCol w="2280933"/>
                <a:gridCol w="2280933"/>
                <a:gridCol w="2280933"/>
                <a:gridCol w="2280932"/>
              </a:tblGrid>
              <a:tr h="1225558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5558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5558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25558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/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26.xml><?xml version="1.0" encoding="utf-8"?>
<p:sld xmlns:p="http://schemas.openxmlformats.org/presentationml/2006/main">
  <p:cSld name="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-3-1"/>
          <p:cNvSpPr txBox="1"/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</a:pPr>
            <a:r>
              <a:rPr lang="en-US" sz="6000">
                <a:solidFill>
                  <a:srgbClr val="000000"/>
                </a:solidFill>
                <a:latin typeface="Helvetica Neue"/>
              </a:rPr>
              <a:t>Thank you</a:t>
            </a:r>
            <a:endParaRPr lang="en-US"/>
          </a:p>
        </p:txBody>
      </p:sp>
      <p:sp>
        <p:nvSpPr>
          <p:cNvPr id="3" name="Subtitle-4-2"/>
          <p:cNvSpPr txBox="1"/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Lorem ipsum details</a:t>
            </a:r>
            <a:endParaRPr lang="en-US"/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Lorem ipsum details</a:t>
            </a:r>
            <a:endParaRPr lang="en-US"/>
          </a:p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Lorem ipsum details</a:t>
            </a:r>
            <a:endParaRPr lang="en-US"/>
          </a:p>
        </p:txBody>
      </p:sp>
      <p:sp>
        <p:nvSpPr>
          <p:cNvPr id="4" name="Subtitle-4-3"/>
          <p:cNvSpPr txBox="1"/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1000"/>
              </a:spcBef>
            </a:pPr>
            <a:r>
              <a:rPr lang="en-US" sz="1800">
                <a:solidFill>
                  <a:srgbClr val="000000"/>
                </a:solidFill>
                <a:latin typeface="Helvetica Neue"/>
              </a:rPr>
              <a:t>Supertitle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