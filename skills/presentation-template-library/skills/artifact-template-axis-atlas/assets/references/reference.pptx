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e41abf1f01a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e76ba52f37914ed1" /><Relationship Type="http://schemas.openxmlformats.org/officeDocument/2006/relationships/chart" Target="/ppt/slides/charts/chart2.xml" Id="R651f22dc1e7f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15A6D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C99AD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F06B4F"/>
            </a:solidFill>
            <a:ln w="38100">
              <a:solidFill>
                <a:srgbClr val="F06B4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02B55"/>
                </a:solidFill>
                <a:latin typeface="Inter"/>
                <a:ea typeface="Inter"/>
              </a:rPr>
              <a:t>Axis Atlas: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15A6D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02B55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0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22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23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A6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4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26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27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8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30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31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33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15A6D8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34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9AD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6ba52f37914ed1"/>
          </a:graphicData>
        </a:graphic>
      </p:graphicFrame>
      <p:graphicFrame>
        <p:nvGraphicFramePr>
          <p:cNvPr id="2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1f22dc1e7f4b80"/>
          </a:graphicData>
        </a:graphic>
      </p:graphicFrame>
      <p:sp>
        <p:nvSpPr>
          <p:cNvPr id="2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15A6D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102B55"/>
                </a:solidFill>
                <a:latin typeface="Inter"/>
                <a:ea typeface="Inter"/>
              </a:rPr>
              <a:t>The pattern is bounded by the method.</a:t>
            </a:r>
            <a:endParaRPr lang="en-US"/>
          </a:p>
        </p:txBody>
      </p:sp>
      <p:sp>
        <p:nvSpPr>
          <p:cNvPr id="2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9AD"/>
                </a:solidFill>
                <a:latin typeface="Inter"/>
                <a:ea typeface="Inter"/>
              </a:rPr>
              <a:t>Read the curve, then check the sample and limitation.</a:t>
            </a:r>
            <a:endParaRPr lang="en-US"/>
          </a:p>
        </p:txBody>
      </p:sp>
      <p:sp>
        <p:nvSpPr>
          <p:cNvPr id="2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02B55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2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23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24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7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28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29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32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33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34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5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37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38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39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40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02B55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41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42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43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2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23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24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5A6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6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27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28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30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31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32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34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35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36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7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38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02B55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39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4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4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02B55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4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9AD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4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4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02B55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