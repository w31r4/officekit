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26bc8a9d4dc4b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4a4221262cd456d" /><Relationship Type="http://schemas.openxmlformats.org/officeDocument/2006/relationships/chart" Target="/ppt/slides/charts/chart2.xml" Id="R8437d0aa89c946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15A6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9AD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F06B4F"/>
            </a:solidFill>
            <a:ln w="38100">
              <a:solidFill>
                <a:srgbClr val="F06B4F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02B55"/>
                </a:solidFill>
                <a:latin typeface="Inter"/>
                <a:ea typeface="Inter"/>
              </a:rPr>
              <a:t>Axis Atlas: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5A6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2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2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2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2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3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3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3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5A6D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3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a4221262cd456d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37d0aa89c9461c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02B55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02B55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02B55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02B55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02B55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