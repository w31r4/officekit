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6368327bf8243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02B55"/>
                </a:solidFill>
                <a:latin typeface="Inter"/>
                <a:ea typeface="Inter"/>
              </a:rPr>
              <a:t>Axis Atlas: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5A6D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02B55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2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2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2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2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3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3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3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5A6D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3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EVOLUTION / TRANSITION</a:t>
            </a:r>
            <a:endParaRPr lang="en-US"/>
          </a:p>
        </p:txBody>
      </p:sp>
      <p:sp>
        <p:nvSpPr>
          <p:cNvPr id="2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02B55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2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2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02B55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2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2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02B55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3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3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02B55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3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05</a:t>
            </a:r>
            <a:endParaRPr lang="en-US"/>
          </a:p>
        </p:txBody>
      </p:sp>
      <p:sp>
        <p:nvSpPr>
          <p:cNvPr id="3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02B55"/>
                </a:solidFill>
                <a:latin typeface="Inter"/>
                <a:ea typeface="Inter"/>
              </a:rPr>
              <a:t>Scale</a:t>
            </a:r>
            <a:endParaRPr lang="en-US"/>
          </a:p>
        </p:txBody>
      </p:sp>
      <p:sp>
        <p:nvSpPr>
          <p:cNvPr id="4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Repeat what held</a:t>
            </a:r>
            <a:endParaRPr lang="en-US"/>
          </a:p>
        </p:txBody>
      </p:sp>
      <p:sp>
        <p:nvSpPr>
          <p:cNvPr id="4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5A6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4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02B55"/>
                </a:solidFill>
                <a:latin typeface="Inter"/>
                <a:ea typeface="Inter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02B55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02B55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02B55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02B55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02B55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