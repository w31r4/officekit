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854a4852cc142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2edc8229062945b9" /><Relationship Type="http://schemas.openxmlformats.org/officeDocument/2006/relationships/chart" Target="/ppt/slides/charts/chart2.xml" Id="R0e5a86721c164c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3.xml" Id="R23ac79eb7b9448cb" /><Relationship Type="http://schemas.openxmlformats.org/officeDocument/2006/relationships/chart" Target="/ppt/slides/charts/chart4.xml" Id="Rc8282334bb1b42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278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F9B9E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B64A98"/>
            </a:solidFill>
            <a:ln w="38100">
              <a:solidFill>
                <a:srgbClr val="B64A98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278E8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B64A98"/>
            </a:solidFill>
            <a:ln w="38100">
              <a:solidFill>
                <a:srgbClr val="B64A98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13A"/>
                </a:solidFill>
                <a:latin typeface="Inter"/>
                <a:ea typeface="Inter"/>
              </a:rPr>
              <a:t>Soft Proof: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278E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1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831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78E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78E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78E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2278E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9B9E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dc8229062945b9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5a86721c164c7c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278E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313A"/>
                </a:solidFill>
                <a:latin typeface="Inter"/>
                <a:ea typeface="Inter"/>
              </a:rPr>
              <a:t>The pattern is bounded by the method.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9B9E"/>
                </a:solidFill>
                <a:latin typeface="Inter"/>
                <a:ea typeface="Inter"/>
              </a:rPr>
              <a:t>Read the curve, then check the sample and limitation.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1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academic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Method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Control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Pilot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Read-through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Sample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Balanced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Window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3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Pre-registered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Measure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Baseline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Outcome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Comparable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Limit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No generalization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METHOD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13A"/>
                </a:solidFill>
                <a:latin typeface="Inter"/>
                <a:ea typeface="Inter"/>
              </a:rPr>
              <a:t>The boundary travels with the result.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F9B9E"/>
                </a:solidFill>
                <a:latin typeface="Inter"/>
                <a:ea typeface="Inter"/>
              </a:rPr>
              <a:t>Keep the method, window and limitation adjacent to the outcome so the reader can audit the claim.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ac79eb7b9448cb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282334bb1b4253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13A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9B9E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78E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1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78E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