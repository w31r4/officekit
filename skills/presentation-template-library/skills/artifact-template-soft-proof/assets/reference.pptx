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f0739a28aee46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b8d4e27017884d8b" /><Relationship Type="http://schemas.openxmlformats.org/officeDocument/2006/relationships/chart" Target="/ppt/slides/charts/chart2.xml" Id="Rc1aca8b3f0a441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3.xml" Id="R12cd84b3632d43fa" /><Relationship Type="http://schemas.openxmlformats.org/officeDocument/2006/relationships/chart" Target="/ppt/slides/charts/chart4.xml" Id="R7135a8525b7d4b7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278E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F9B9E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B64A98"/>
            </a:solidFill>
            <a:ln w="38100">
              <a:solidFill>
                <a:srgbClr val="B64A98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278E8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B64A98"/>
            </a:solidFill>
            <a:ln w="38100">
              <a:solidFill>
                <a:srgbClr val="B64A98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13A"/>
                </a:solidFill>
                <a:latin typeface="Inter"/>
                <a:ea typeface="Inter"/>
              </a:rPr>
              <a:t>Soft Proof: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278E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13A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831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278E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278E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278E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278E8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2278E8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9B9E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d4e27017884d8b"/>
          </a:graphicData>
        </a:graphic>
      </p:graphicFrame>
      <p:graphicFrame>
        <p:nvGraphicFramePr>
          <p:cNvPr id="9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aca8b3f0a441c4"/>
          </a:graphicData>
        </a:graphic>
      </p:graphicFrame>
      <p:sp>
        <p:nvSpPr>
          <p:cNvPr id="10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278E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12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8313A"/>
                </a:solidFill>
                <a:latin typeface="Inter"/>
                <a:ea typeface="Inter"/>
              </a:rPr>
              <a:t>The pattern is bounded by the method.</a:t>
            </a:r>
            <a:endParaRPr lang="en-US"/>
          </a:p>
        </p:txBody>
      </p:sp>
      <p:sp>
        <p:nvSpPr>
          <p:cNvPr id="13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9B9E"/>
                </a:solidFill>
                <a:latin typeface="Inter"/>
                <a:ea typeface="Inter"/>
              </a:rPr>
              <a:t>Read the curve, then check the sample and limitation.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13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academic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Method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Control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Pilot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Read-through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Sample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Balanced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Window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3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Pre-registered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Measure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Baseline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Outcome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Comparable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Limit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No generalization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278E8"/>
                </a:solidFill>
                <a:latin typeface="Inter"/>
                <a:ea typeface="Inter"/>
              </a:rPr>
              <a:t>METHOD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13A"/>
                </a:solidFill>
                <a:latin typeface="Inter"/>
                <a:ea typeface="Inter"/>
              </a:rPr>
              <a:t>The boundary travels with the result.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F9B9E"/>
                </a:solidFill>
                <a:latin typeface="Inter"/>
                <a:ea typeface="Inter"/>
              </a:rPr>
              <a:t>Keep the method, window and limitation adjacent to the outcome so the reader can audit the claim.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2cd84b3632d43fa"/>
          </a:graphicData>
        </a:graphic>
      </p:graphicFrame>
      <p:graphicFrame>
        <p:nvGraphicFramePr>
          <p:cNvPr id="9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135a8525b7d4b76"/>
          </a:graphicData>
        </a:graphic>
      </p:graphicFrame>
      <p:sp>
        <p:nvSpPr>
          <p:cNvPr id="1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278E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1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13A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1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9B9E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78E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13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78E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