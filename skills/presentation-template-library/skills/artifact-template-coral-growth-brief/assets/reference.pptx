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666f10d1c843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c5cca8a1bac944f5" /><Relationship Type="http://schemas.openxmlformats.org/officeDocument/2006/relationships/chart" Target="/ppt/slides/charts/chart2.xml" Id="R0b48a82833df4d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2534B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0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72787F"/>
            </a:solidFill>
            <a:ln w="38100">
              <a:solidFill>
                <a:srgbClr val="72787F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1716"/>
                </a:solidFill>
                <a:latin typeface="Arial"/>
                <a:ea typeface="Arial"/>
              </a:rPr>
              <a:t>Coral Growth Brief: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2534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1716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cca8a1bac944f5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48a82833df4d8e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1716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1716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1716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1716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