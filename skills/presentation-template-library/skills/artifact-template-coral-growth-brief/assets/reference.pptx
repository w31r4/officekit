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7e3368111f4f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1716"/>
                </a:solidFill>
                <a:latin typeface="Arial"/>
                <a:ea typeface="Arial"/>
              </a:rPr>
              <a:t>Coral Growth Brief: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2534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1716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1716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1716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1716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1716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254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81716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81716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1716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1716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1716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