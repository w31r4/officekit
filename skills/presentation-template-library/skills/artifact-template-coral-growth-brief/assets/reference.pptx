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5fec8a4654841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d5b06ce795284e08" /><Relationship Type="http://schemas.openxmlformats.org/officeDocument/2006/relationships/chart" Target="/ppt/slides/charts/chart2.xml" Id="R441c34f42cd141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E2534B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0908F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72787F"/>
            </a:solidFill>
            <a:ln w="38100">
              <a:solidFill>
                <a:srgbClr val="72787F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1716"/>
                </a:solidFill>
                <a:latin typeface="Arial"/>
                <a:ea typeface="Arial"/>
              </a:rPr>
              <a:t>Coral Growth Brief: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E2534B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1716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1716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RAL GROWTH BRIEF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CORAL GROWTH BRIEF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1716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08F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9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81716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0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2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81716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3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E2534B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4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5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1716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8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19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08F"/>
          </a:solidFill>
          <a:ln xmlns:a="http://schemas.openxmlformats.org/drawingml/2006/main" w="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1716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2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3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08F"/>
          </a:solidFill>
          <a:ln xmlns:a="http://schemas.openxmlformats.org/drawingml/2006/main" w="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1716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6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8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29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RAL GROWTH BRIEF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CORAL GROWTH BRIEF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1716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08F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b06ce795284e08"/>
          </a:graphicData>
        </a:graphic>
      </p:graphicFrame>
      <p:graphicFrame>
        <p:nvGraphicFramePr>
          <p:cNvPr id="9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41c34f42cd14135"/>
          </a:graphicData>
        </a:graphic>
      </p:graphicFrame>
      <p:sp>
        <p:nvSpPr>
          <p:cNvPr id="10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E2534B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2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81716"/>
                </a:solidFill>
                <a:latin typeface="Arial"/>
                <a:ea typeface="Arial"/>
              </a:rPr>
              <a:t>The comparison narrows the move.</a:t>
            </a:r>
            <a:endParaRPr lang="en-US"/>
          </a:p>
        </p:txBody>
      </p:sp>
      <p:sp>
        <p:nvSpPr>
          <p:cNvPr id="13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908F"/>
                </a:solidFill>
                <a:latin typeface="Arial"/>
                <a:ea typeface="Arial"/>
              </a:rPr>
              <a:t>Locate the constraint; choose the lever.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1716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RAL GROWTH BRIEF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CORAL GROWTH BRIEF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1716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08F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1716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08F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1716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08F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1716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08F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E2534B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1716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08F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81716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RAL GROWTH BRIEF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CORAL GROWTH BRIEF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1716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08F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E2534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E2534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171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E2534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81716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08F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2534B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1716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908F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RAL GROWTH BRIEF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2534B"/>
                </a:solidFill>
                <a:latin typeface="Arial"/>
                <a:ea typeface="Arial"/>
              </a:rPr>
              <a:t>CORAL GROWTH BRIEF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1716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08F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2534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1716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1716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1716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2534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1716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1716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34B"/>
          </a:solidFill>
          <a:ln xmlns:a="http://schemas.openxmlformats.org/drawingml/2006/main" w="0">
            <a:solidFill>
              <a:srgbClr val="E253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08F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