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ec3dd85bee84f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fcc70c6dd9434ec5" /><Relationship Type="http://schemas.openxmlformats.org/officeDocument/2006/relationships/chart" Target="/ppt/slides/charts/chart2.xml" Id="Ra4e115a0a40749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2534B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090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72787F"/>
            </a:solidFill>
            <a:ln w="38100">
              <a:solidFill>
                <a:srgbClr val="72787F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1716"/>
                </a:solidFill>
                <a:latin typeface="Arial"/>
                <a:ea typeface="Arial"/>
              </a:rPr>
              <a:t>Coral Growth Brief: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2534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1716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1716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1716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E2534B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08F"/>
          </a:solidFill>
          <a:ln xmlns:a="http://schemas.openxmlformats.org/drawingml/2006/main" w="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08F"/>
          </a:solidFill>
          <a:ln xmlns:a="http://schemas.openxmlformats.org/drawingml/2006/main" w="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c70c6dd9434ec5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e115a0a407496d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E2534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1716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0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1716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1716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1716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1716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08F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1716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