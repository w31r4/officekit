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493d7b0ca164b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4ec3d94fcfd748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88A78"/>
            </a:solidFill>
            <a:ln w="50800">
              <a:solidFill>
                <a:srgbClr val="188A78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E9C99"/>
            </a:solidFill>
            <a:ln w="38100">
              <a:solidFill>
                <a:srgbClr val="8E9C99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52F"/>
                </a:solidFill>
                <a:latin typeface="Inter"/>
                <a:ea typeface="Inter"/>
              </a:rPr>
              <a:t>Tidal Research: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88A7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52F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127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88A7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9C99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c3d94fcfd74872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88A78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52F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88A7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52F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9C99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52F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38100">
            <a:solidFill>
              <a:srgbClr val="17352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52F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9C99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88A7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52F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9C99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solidFill>
              <a:srgbClr val="FB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IDAL RESEARCH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88A78"/>
                </a:solidFill>
                <a:latin typeface="Inter"/>
                <a:ea typeface="Inter"/>
              </a:rPr>
              <a:t>TIDAL RESEARCH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52F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9C99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8A7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52F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9C9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8A7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52F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52F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A78"/>
          </a:solidFill>
          <a:ln xmlns:a="http://schemas.openxmlformats.org/drawingml/2006/main" w="0">
            <a:solidFill>
              <a:srgbClr val="188A7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9C99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