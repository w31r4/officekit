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7c48b93d51d4d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5700f887e2e745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88A78"/>
            </a:solidFill>
            <a:ln w="50800">
              <a:solidFill>
                <a:srgbClr val="188A7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E9C99"/>
            </a:solidFill>
            <a:ln w="38100">
              <a:solidFill>
                <a:srgbClr val="8E9C99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52F"/>
                </a:solidFill>
                <a:latin typeface="Inter"/>
                <a:ea typeface="Inter"/>
              </a:rPr>
              <a:t>Tidal Research: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88A7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88A7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00f887e2e74549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88A7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52F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52F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52F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52F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