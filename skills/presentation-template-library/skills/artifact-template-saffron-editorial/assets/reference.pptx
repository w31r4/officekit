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e0ac5694a2f43d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e930dcb9c6b9595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e977612ad933c986_1" /><Relationship Type="http://schemas.openxmlformats.org/officeDocument/2006/relationships/image" Target="/ppt/media/image3.jpg" Id="rIdOfficeKitImage35d943dc999c7d05_1" /><Relationship Type="http://schemas.openxmlformats.org/officeDocument/2006/relationships/image" Target="/ppt/media/image4.jpg" Id="rIdOfficeKitImagea68aebf613832e5f_1" /><Relationship Type="http://schemas.openxmlformats.org/officeDocument/2006/relationships/image" Target="/ppt/media/image5.jpg" Id="rIdOfficeKitImagec49ddd99c59beda0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84ff976f39aab728_1" /><Relationship Type="http://schemas.openxmlformats.org/officeDocument/2006/relationships/image" Target="/ppt/media/image7.jpg" Id="rIdOfficeKitImage3635f59fd49ef0e6_1" /><Relationship Type="http://schemas.openxmlformats.org/officeDocument/2006/relationships/image" Target="/ppt/media/image8.jpg" Id="rIdOfficeKitImage20fc6993425855c3_1" /><Relationship Type="http://schemas.openxmlformats.org/officeDocument/2006/relationships/image" Target="/ppt/media/image9.jpg" Id="rIdOfficeKitImagefdea69a11126d29b_1" /><Relationship Type="http://schemas.openxmlformats.org/officeDocument/2006/relationships/image" Target="/ppt/media/image10.jpg" Id="rIdOfficeKitImagef4419f659ab3f590_1" /><Relationship Type="http://schemas.openxmlformats.org/officeDocument/2006/relationships/image" Target="/ppt/media/image11.jpg" Id="rIdOfficeKitImage6785cc6781fd2511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2.jpg" Id="rIdOfficeKitImagefff481b85b8743d2_1" /><Relationship Type="http://schemas.openxmlformats.org/officeDocument/2006/relationships/image" Target="/ppt/media/image13.jpg" Id="rIdOfficeKitImage06e55191024fa458_1" /><Relationship Type="http://schemas.openxmlformats.org/officeDocument/2006/relationships/image" Target="/ppt/media/image14.jpg" Id="rIdOfficeKitImagefb0d559f34167a51_1" /><Relationship Type="http://schemas.openxmlformats.org/officeDocument/2006/relationships/image" Target="/ppt/media/image15.jpg" Id="rIdOfficeKitImaged96cedd8678b85ac_1" /><Relationship Type="http://schemas.openxmlformats.org/officeDocument/2006/relationships/image" Target="/ppt/media/image16.jpg" Id="rIdOfficeKitImagedf986129197cef3b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7.jpg" Id="rIdOfficeKitImagecb4e39f1eccfa545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8.jpg" Id="rIdOfficeKitImagee231e9493e535fbe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e930dcb9c6b9595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4000"/>
            </a:srgbClr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Saffron Editorial: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e977612ad933c98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11111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11111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5d943dc999c7d05_1"/>
          <a:srcRect xmlns:a="http://schemas.openxmlformats.org/drawingml/2006/main" l="0" t="37411" r="0" b="3741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1790700"/>
          </a:xfrm>
          <a:prstGeom xmlns:a="http://schemas.openxmlformats.org/drawingml/2006/main" prst="rect">
            <a:avLst/>
          </a:prstGeom>
        </p:spPr>
      </p:pic>
      <p:pic>
        <p:nvPicPr>
          <p:cNvPr id="12" name="promotion-detail-frame-on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68aebf613832e5f_1"/>
          <a:srcRect xmlns:a="http://schemas.openxmlformats.org/drawingml/2006/main" l="0" t="34406" r="0" b="3440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5162550"/>
            <a:ext cx="1924050" cy="1066800"/>
          </a:xfrm>
          <a:prstGeom xmlns:a="http://schemas.openxmlformats.org/drawingml/2006/main" prst="rect">
            <a:avLst/>
          </a:prstGeom>
        </p:spPr>
      </p:pic>
      <p:pic>
        <p:nvPicPr>
          <p:cNvPr id="13" name="promotion-detail-frame-two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49ddd99c59beda0_1"/>
          <a:srcRect xmlns:a="http://schemas.openxmlformats.org/drawingml/2006/main" l="0" t="34406" r="0" b="3440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1601450" y="5162550"/>
            <a:ext cx="1924050" cy="1066800"/>
          </a:xfrm>
          <a:prstGeom xmlns:a="http://schemas.openxmlformats.org/drawingml/2006/main" prst="rect">
            <a:avLst/>
          </a:prstGeom>
        </p:spPr>
      </p:pic>
      <p:sp>
        <p:nvSpPr>
          <p:cNvPr id="14" name="promotion-image-rule"/>
          <p:cNvSpPr/>
          <p:nvPr/>
        </p:nvSpPr>
        <p:spPr>
          <a:xfrm xmlns:a="http://schemas.openxmlformats.org/drawingml/2006/main">
            <a:off x="9525000" y="64389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motion-image-label"/>
          <p:cNvSpPr txBox="1"/>
          <p:nvPr/>
        </p:nvSpPr>
        <p:spPr>
          <a:xfrm xmlns:a="http://schemas.openxmlformats.org/drawingml/2006/main">
            <a:off x="9525000" y="66675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E4B91E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84ff976f39aab728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evidence-matrix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635f59fd49ef0e6_1"/>
          <a:srcRect xmlns:a="http://schemas.openxmlformats.org/drawingml/2006/main" l="0" t="30742" r="0" b="3074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66800" y="3333750"/>
            <a:ext cx="3619500" cy="2476500"/>
          </a:xfrm>
          <a:prstGeom xmlns:a="http://schemas.openxmlformats.org/drawingml/2006/main" prst="rect">
            <a:avLst/>
          </a:prstGeom>
        </p:spPr>
      </p:pic>
      <p:pic>
        <p:nvPicPr>
          <p:cNvPr id="9" name="evidence-matrix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0fc6993425855c3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33375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10" name="evidence-matrix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dea69a11126d29b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77050" y="333375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11" name="evidence-matrix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4419f659ab3f590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4820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12" name="evidence-matrix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785cc6781fd2511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77050" y="4648200"/>
            <a:ext cx="1809750" cy="1162050"/>
          </a:xfrm>
          <a:prstGeom xmlns:a="http://schemas.openxmlformats.org/drawingml/2006/main" prst="rect">
            <a:avLst/>
          </a:prstGeom>
        </p:spPr>
      </p:pic>
      <p:sp>
        <p:nvSpPr>
          <p:cNvPr id="13" name="matrix-label"/>
          <p:cNvSpPr txBox="1"/>
          <p:nvPr/>
        </p:nvSpPr>
        <p:spPr>
          <a:xfrm xmlns:a="http://schemas.openxmlformats.org/drawingml/2006/main">
            <a:off x="9620250" y="34290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IMAGE EVIDENCE</a:t>
            </a:r>
            <a:endParaRPr lang="en-US"/>
          </a:p>
        </p:txBody>
      </p:sp>
      <p:sp>
        <p:nvSpPr>
          <p:cNvPr id="14" name="matrix-title"/>
          <p:cNvSpPr txBox="1"/>
          <p:nvPr/>
        </p:nvSpPr>
        <p:spPr>
          <a:xfrm xmlns:a="http://schemas.openxmlformats.org/drawingml/2006/main">
            <a:off x="9620250" y="3943350"/>
            <a:ext cx="3619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111111"/>
                </a:solidFill>
                <a:latin typeface="Arial"/>
                <a:ea typeface="Arial"/>
              </a:rPr>
              <a:t>The same subject can carry several proofs.</a:t>
            </a:r>
            <a:endParaRPr lang="en-US"/>
          </a:p>
        </p:txBody>
      </p:sp>
      <p:sp>
        <p:nvSpPr>
          <p:cNvPr id="15" name="matrix-body"/>
          <p:cNvSpPr txBox="1"/>
          <p:nvPr/>
        </p:nvSpPr>
        <p:spPr>
          <a:xfrm xmlns:a="http://schemas.openxmlformats.org/drawingml/2006/main">
            <a:off x="9620250" y="5048250"/>
            <a:ext cx="361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7726B"/>
                </a:solidFill>
                <a:latin typeface="Arial"/>
                <a:ea typeface="Arial"/>
              </a:rPr>
              <a:t>Use a dominant frame for context and smaller crops for comparable detail. Every image needs a role, source, and readable caption.</a:t>
            </a:r>
            <a:endParaRPr lang="en-US"/>
          </a:p>
        </p:txBody>
      </p:sp>
      <p:sp>
        <p:nvSpPr>
          <p:cNvPr id="1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1111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f481b85b8743d2_1"/>
          <a:srcRect xmlns:a="http://schemas.openxmlformats.org/drawingml/2006/main" l="0" t="31957" r="0" b="3195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6e55191024fa458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b0d559f34167a51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96cedd8678b85ac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f986129197cef3b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1111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cb4e39f1eccfa54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4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11111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11111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e231e9493e535fbe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11111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11111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