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ef1e270726a4f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aeb6f74d36d260d0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bdd32fb5cfa65986_1" /><Relationship Type="http://schemas.openxmlformats.org/officeDocument/2006/relationships/image" Target="/ppt/media/image3.jpg" Id="rIdOfficeKitImage7790b68b5d8fcd92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026be3a43029630d_1" /><Relationship Type="http://schemas.openxmlformats.org/officeDocument/2006/relationships/chart" Target="/ppt/slides/charts/chart1.xml" Id="Rc197b6d0f0c947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31956823b229fb66_1" /><Relationship Type="http://schemas.openxmlformats.org/officeDocument/2006/relationships/image" Target="/ppt/media/image.jpg" Id="rIdOfficeKitImageaeb6f74d36d260d0_1" /><Relationship Type="http://schemas.openxmlformats.org/officeDocument/2006/relationships/image" Target="/ppt/media/image2.jpg" Id="rIdOfficeKitImagebdd32fb5cfa65986_1" /><Relationship Type="http://schemas.openxmlformats.org/officeDocument/2006/relationships/image" Target="/ppt/media/image3.jpg" Id="rIdOfficeKitImage7790b68b5d8fcd92_1" /><Relationship Type="http://schemas.openxmlformats.org/officeDocument/2006/relationships/image" Target="/ppt/media/image4.jpg" Id="rIdOfficeKitImage026be3a43029630d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31956823b229fb66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aeb6f74d36d260d0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E4B91E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7726B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aeb6f74d36d260d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4000"/>
            </a:srgbClr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Saffron Editorial: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bdd32fb5cfa6598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11111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11111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E4B91E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026be3a4302963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197b6d0f0c947c0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E4B91E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11111"/>
                </a:solidFill>
                <a:latin typeface="Arial"/>
                <a:ea typeface="Arial"/>
              </a:rPr>
              <a:t>Reach is useful only when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11111"/>
                </a:solidFill>
                <a:latin typeface="Arial"/>
                <a:ea typeface="Arial"/>
              </a:rPr>
              <a:t>audience can see and take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11111"/>
                </a:solidFill>
                <a:latin typeface="Arial"/>
                <a:ea typeface="Arial"/>
              </a:rPr>
              <a:t>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11111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1956823b229fb66_1"/>
          <a:srcRect xmlns:a="http://schemas.openxmlformats.org/drawingml/2006/main" l="0" t="31962" r="0" b="3196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dd32fb5cfa65986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26be3a43029630d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1111"/>
                </a:solidFill>
                <a:latin typeface="Arial"/>
                <a:ea typeface="Arial"/>
              </a:rPr>
              <a:t>One subject, five ways to notice it.</a:t>
            </a:r>
            <a:endParaRPr lang="en-US"/>
          </a:p>
        </p:txBody>
      </p:sp>
      <p:sp>
        <p:nvSpPr>
          <p:cNvPr id="1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mood; labels carry the claim.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31956823b229fb6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4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11111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11111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aeb6f74d36d260d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11111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11111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7726B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