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126952dc85343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26be3a4302963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31956823b229fb66_1" /><Relationship Type="http://schemas.openxmlformats.org/officeDocument/2006/relationships/image" Target="/ppt/media/image3.jpg" Id="rIdOfficeKitImageaeb6f74d36d260d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bdd32fb5cfa65986_1" /><Relationship Type="http://schemas.openxmlformats.org/officeDocument/2006/relationships/chart" Target="/ppt/slides/charts/chart1.xml" Id="R2f992c36c04c42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.jpg" Id="rIdOfficeKitImage026be3a43029630d_1" /><Relationship Type="http://schemas.openxmlformats.org/officeDocument/2006/relationships/image" Target="/ppt/media/image2.jpg" Id="rIdOfficeKitImage31956823b229fb66_1" /><Relationship Type="http://schemas.openxmlformats.org/officeDocument/2006/relationships/image" Target="/ppt/media/image3.jpg" Id="rIdOfficeKitImageaeb6f74d36d260d0_1" /><Relationship Type="http://schemas.openxmlformats.org/officeDocument/2006/relationships/image" Target="/ppt/media/image4.jpg" Id="rIdOfficeKitImagebdd32fb5cfa65986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026be3a43029630d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>
              <a:alpha val="84000"/>
            </a:srgbClr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31956823b229fb6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992c36c04c4211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11111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4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>
              <a:alpha val="96000"/>
            </a:srgbClr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11111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