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6096ab52e8844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6af8c9b5dff6e3a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2930549abca3ae00_1" /><Relationship Type="http://schemas.openxmlformats.org/officeDocument/2006/relationships/image" Target="/ppt/media/image3.jpg" Id="rIdOfficeKitImage33b8c33a8fc3d613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31956823b229fb66_1" /><Relationship Type="http://schemas.openxmlformats.org/officeDocument/2006/relationships/chart" Target="/ppt/slides/charts/chart1.xml" Id="R609b29e9d8a44f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c7b73f8fac405495_1" /><Relationship Type="http://schemas.openxmlformats.org/officeDocument/2006/relationships/image" Target="/ppt/media/image6.jpg" Id="rIdOfficeKitImage59ee3aa5202fd02f_1" /><Relationship Type="http://schemas.openxmlformats.org/officeDocument/2006/relationships/image" Target="/ppt/media/image7.jpg" Id="rIdOfficeKitImageaeb6f74d36d260d0_1" /><Relationship Type="http://schemas.openxmlformats.org/officeDocument/2006/relationships/image" Target="/ppt/media/image8.jpg" Id="rIdOfficeKitImage13db13f70d7843cc_1" /><Relationship Type="http://schemas.openxmlformats.org/officeDocument/2006/relationships/image" Target="/ppt/media/image9.jpg" Id="rIdOfficeKitImage7790b68b5d8fcd92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0.jpg" Id="rIdOfficeKitImagec237998db8bee20d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1.jpg" Id="rIdOfficeKitImaged71bfa074cda59bb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4B91E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7726B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6af8c9b5dff6e3a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4000"/>
            </a:srgbClr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Saffron Editorial: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2930549abca3ae0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11111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11111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3b8c33a8fc3d613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4B91E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31956823b229fb6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09b29e9d8a44f09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E4B91E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1962" r="0" b="3196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c237998db8bee2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4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11111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11111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11111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