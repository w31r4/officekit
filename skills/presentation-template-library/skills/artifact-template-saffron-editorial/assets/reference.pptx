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1e69ead46014c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26be3a43029630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31956823b229fb66_1" /><Relationship Type="http://schemas.openxmlformats.org/officeDocument/2006/relationships/image" Target="/ppt/media/image3.jpg" Id="rIdOfficeKitImageaeb6f74d36d260d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bdd32fb5cfa65986_1" /><Relationship Type="http://schemas.openxmlformats.org/officeDocument/2006/relationships/chart" Target="/ppt/slides/charts/chart1.xml" Id="R8c9f85102bef47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6.jpg" Id="rIdOfficeKitImagef72f8e2736f81baf_1" /><Relationship Type="http://schemas.openxmlformats.org/officeDocument/2006/relationships/image" Target="/ppt/media/image7.jpg" Id="rIdOfficeKitImaged3ade97fd9ca0fdd_1" /><Relationship Type="http://schemas.openxmlformats.org/officeDocument/2006/relationships/image" Target="/ppt/media/image8.jpg" Id="rIdOfficeKitImagea86c6dad26830b61_1" /><Relationship Type="http://schemas.openxmlformats.org/officeDocument/2006/relationships/image" Target="/ppt/media/image9.jpg" Id="rIdOfficeKitImaged3d6b9bbc9872adc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1.jpg" Id="rIdOfficeKitImage6af8c9b5dff6e3a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4000"/>
            </a:srgbClr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31956823b229fb6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c9f85102bef4725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72f8e2736f81baf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3ade97fd9ca0fdd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86c6dad26830b61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3d6b9bbc9872adc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4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