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ef184e919c941f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026be3a43029630d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31956823b229fb66_1" /><Relationship Type="http://schemas.openxmlformats.org/officeDocument/2006/relationships/image" Target="/ppt/media/image3.jpg" Id="rIdOfficeKitImageaeb6f74d36d260d0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bdd32fb5cfa65986_1" /><Relationship Type="http://schemas.openxmlformats.org/officeDocument/2006/relationships/chart" Target="/ppt/slides/charts/chart1.xml" Id="R0092815b2972405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7790b68b5d8fcd92_1" /><Relationship Type="http://schemas.openxmlformats.org/officeDocument/2006/relationships/image" Target="/ppt/media/image6.jpg" Id="rIdOfficeKitImagef72f8e2736f81baf_1" /><Relationship Type="http://schemas.openxmlformats.org/officeDocument/2006/relationships/image" Target="/ppt/media/image.jpg" Id="rIdOfficeKitImage026be3a43029630d_1" /><Relationship Type="http://schemas.openxmlformats.org/officeDocument/2006/relationships/image" Target="/ppt/media/image2.jpg" Id="rIdOfficeKitImage31956823b229fb66_1" /><Relationship Type="http://schemas.openxmlformats.org/officeDocument/2006/relationships/image" Target="/ppt/media/image3.jpg" Id="rIdOfficeKitImageaeb6f74d36d260d0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bdd32fb5cfa65986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7790b68b5d8fcd92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E4B91E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77726B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026be3a43029630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4000"/>
            </a:srgbClr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Arial"/>
                <a:ea typeface="Arial"/>
              </a:rPr>
              <a:t>Saffron Editorial: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Arial"/>
                <a:ea typeface="Arial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31956823b229fb66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6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The proposition is the page's visual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11111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11111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31920" r="0" b="319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2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E4B91E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bdd32fb5cfa65986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6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The signal grows when the invitation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092815b29724050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E4B91E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qualified response · campaign close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11111"/>
                </a:solidFill>
                <a:latin typeface="Arial"/>
                <a:ea typeface="Arial"/>
              </a:rPr>
              <a:t>Reach is useful only when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11111"/>
                </a:solidFill>
                <a:latin typeface="Arial"/>
                <a:ea typeface="Arial"/>
              </a:rPr>
              <a:t>audience can see and take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11111"/>
                </a:solidFill>
                <a:latin typeface="Arial"/>
                <a:ea typeface="Arial"/>
              </a:rPr>
              <a:t>next step.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11111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790b68b5d8fcd92_1"/>
          <a:srcRect xmlns:a="http://schemas.openxmlformats.org/drawingml/2006/main" l="0" t="31971" r="0" b="319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72f8e2736f81baf_1"/>
          <a:srcRect xmlns:a="http://schemas.openxmlformats.org/drawingml/2006/main" l="0" t="32338" r="0" b="3233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26be3a43029630d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1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1956823b229fb66_1"/>
          <a:srcRect xmlns:a="http://schemas.openxmlformats.org/drawingml/2006/main" l="0" t="32338" r="0" b="3233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2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13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4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11111"/>
                </a:solidFill>
                <a:latin typeface="Arial"/>
                <a:ea typeface="Arial"/>
              </a:rPr>
              <a:t>One subject, five ways to notice it.</a:t>
            </a:r>
            <a:endParaRPr lang="en-US"/>
          </a:p>
        </p:txBody>
      </p:sp>
      <p:sp>
        <p:nvSpPr>
          <p:cNvPr id="15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7726B"/>
                </a:solidFill>
                <a:latin typeface="Arial"/>
                <a:ea typeface="Arial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7726B"/>
                </a:solidFill>
                <a:latin typeface="Arial"/>
                <a:ea typeface="Arial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7726B"/>
                </a:solidFill>
                <a:latin typeface="Arial"/>
                <a:ea typeface="Arial"/>
              </a:rPr>
              <a:t>mood; labels carry the claim.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bdd32fb5cfa65986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4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11111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11111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7790b68b5d8fcd9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6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Turn the shared invitation into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4B91E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11111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4B91E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11111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7726B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