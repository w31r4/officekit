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72abfab5ae547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abc0bbca67b4d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915c159f7dbc41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11111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4B91E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055"/>
          </a:solidFill>
          <a:ln xmlns:a="http://schemas.openxmlformats.org/drawingml/2006/main" w="0">
            <a:solidFill>
              <a:srgbClr val="D640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bc0bbca67b4d6e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13438" t="0" r="13438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5c159f7dbc4162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