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a4ff326874a46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237998db8bee20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2930549abca3ae0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100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22222"/>
                </a:solidFill>
                <a:latin typeface="Tahoma"/>
                <a:ea typeface="Tahoma"/>
              </a:rPr>
              <a:t>Jade Annual Brief: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7A530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127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222222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222222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B7A530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22222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E8D88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work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Method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Control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Pilot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Read-through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Sample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24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Balanced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Window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3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 weeks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Pre-registered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Measure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Baseline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Outcome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Comparable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Limit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Local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No generalization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METHOD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boundary travels with the result.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Keep the method, window and limitation adjacent to the outcome so the reader can audit the claim.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22222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E65"/>
          </a:solidFill>
          <a:ln xmlns:a="http://schemas.openxmlformats.org/drawingml/2006/main" w="0">
            <a:solidFill>
              <a:srgbClr val="6B7E6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E8D88"/>
                </a:solidFill>
                <a:latin typeface="Tahoma"/>
                <a:ea typeface="Tahoma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22222"/>
                </a:solidFill>
                <a:latin typeface="Tahoma"/>
                <a:ea typeface="Tahoma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22222"/>
                </a:solidFill>
                <a:latin typeface="Tahoma"/>
                <a:ea typeface="Tahoma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E8D88"/>
                </a:solidFill>
                <a:latin typeface="Tahoma"/>
                <a:ea typeface="Tahoma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3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>
              <a:alpha val="94000"/>
            </a:srgbClr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SECTION</a:t>
            </a:r>
            <a:endParaRPr lang="en-US"/>
          </a:p>
        </p:txBody>
      </p:sp>
      <p:sp>
        <p:nvSpPr>
          <p:cNvPr id="15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22222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16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22222"/>
                </a:solidFill>
                <a:latin typeface="Tahoma"/>
                <a:ea typeface="Tahoma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7A530"/>
                </a:solidFill>
                <a:latin typeface="Tahoma"/>
                <a:ea typeface="Tahoma"/>
              </a:rPr>
              <a:t>ONE IMAGE · ONE THESIS · ONE TURN</a:t>
            </a:r>
            <a:endParaRPr lang="en-US"/>
          </a:p>
        </p:txBody>
      </p:sp>
      <p:sp>
        <p:nvSpPr>
          <p:cNvPr id="19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22222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7"/>
          </a:solidFill>
          <a:ln xmlns:a="http://schemas.openxmlformats.org/drawingml/2006/main" w="0">
            <a:solidFill>
              <a:srgbClr val="F2F0E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E8D88"/>
                </a:solidFill>
                <a:latin typeface="Tahoma"/>
                <a:ea typeface="Tahoma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2222"/>
          </a:solidFill>
          <a:ln xmlns:a="http://schemas.openxmlformats.org/drawingml/2006/main" w="0">
            <a:solidFill>
              <a:srgbClr val="2222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JADE ANNUAL BRIEF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7A530"/>
                </a:solidFill>
                <a:latin typeface="Tahoma"/>
                <a:ea typeface="Tahoma"/>
              </a:rPr>
              <a:t>JADE ANNUAL BRIEF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222222"/>
                </a:solidFill>
                <a:latin typeface="Tahoma"/>
                <a:ea typeface="Tahoma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E8D88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22222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E8D8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7A530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22222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22222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530"/>
          </a:solidFill>
          <a:ln xmlns:a="http://schemas.openxmlformats.org/drawingml/2006/main" w="0">
            <a:solidFill>
              <a:srgbClr val="B7A5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E8D88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