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1dd0eea942d48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93f4dc5e41d4312" /><Relationship Type="http://schemas.openxmlformats.org/officeDocument/2006/relationships/chart" Target="/ppt/slides/charts/chart2.xml" Id="Rabf0ae84348d4f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7A530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6B7E65"/>
            </a:solidFill>
            <a:ln w="38100">
              <a:solidFill>
                <a:srgbClr val="6B7E6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jade-annual-brief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E65"/>
          </a:solidFill>
          <a:ln xmlns:a="http://schemas.openxmlformats.org/drawingml/2006/main" w="0">
            <a:solidFill>
              <a:srgbClr val="6B7E6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2222"/>
                </a:solidFill>
                <a:latin typeface="Tahoma"/>
                <a:ea typeface="Tahoma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3f4dc5e41d4312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f0ae84348d4f30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Exception before polish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