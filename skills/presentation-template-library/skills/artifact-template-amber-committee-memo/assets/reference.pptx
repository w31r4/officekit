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5e7b779345f46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19a419f636bb1c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b2b7fe4e377141ca" /><Relationship Type="http://schemas.openxmlformats.org/officeDocument/2006/relationships/chart" Target="/ppt/slides/charts/chart2.xml" Id="Rebe7ba36982c42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57A27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507FA3"/>
            </a:solidFill>
            <a:ln w="38100">
              <a:solidFill>
                <a:srgbClr val="507FA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amber-committee-memo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19a419f636bb1c3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>
              <a:alpha val="100000"/>
            </a:srgbClr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5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17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04A"/>
                </a:solidFill>
                <a:latin typeface="Arial"/>
                <a:ea typeface="Arial"/>
              </a:rPr>
              <a:t>Amber Committee Memo: a claim worth testing</a:t>
            </a:r>
            <a:endParaRPr lang="en-US"/>
          </a:p>
        </p:txBody>
      </p:sp>
      <p:sp>
        <p:nvSpPr>
          <p:cNvPr id="18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57A27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9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1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22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4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E57A27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20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21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23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24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6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27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304A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29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31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8304A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32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0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b7fe4e377141ca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be7ba36982c4275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