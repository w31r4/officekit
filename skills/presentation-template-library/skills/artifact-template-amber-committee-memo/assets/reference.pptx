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7cfd8707c4a4e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19a419f636bb1c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5f71a51578774aa9" /><Relationship Type="http://schemas.openxmlformats.org/officeDocument/2006/relationships/chart" Target="/ppt/slides/charts/chart2.xml" Id="Rf0283ac34d5843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57A27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07FA3"/>
            </a:solidFill>
            <a:ln w="38100">
              <a:solidFill>
                <a:srgbClr val="507FA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amber-committee-memo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19a419f636bb1c3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>
              <a:alpha val="100000"/>
            </a:srgbClr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04A"/>
                </a:solidFill>
                <a:latin typeface="Arial"/>
                <a:ea typeface="Arial"/>
              </a:rPr>
              <a:t>Amber Committee Memo: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57A27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E57A27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20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21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23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24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6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27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304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29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31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8304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32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0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71a51578774aa9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283ac34d584357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