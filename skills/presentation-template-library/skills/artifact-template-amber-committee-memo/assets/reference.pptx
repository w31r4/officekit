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48770a1a35c41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05f371a7ec64e73" /><Relationship Type="http://schemas.openxmlformats.org/officeDocument/2006/relationships/chart" Target="/ppt/slides/charts/chart2.xml" Id="R7da46f2b49fe4e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19a419f636bb1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5f371a7ec64e73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a46f2b49fe4e16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