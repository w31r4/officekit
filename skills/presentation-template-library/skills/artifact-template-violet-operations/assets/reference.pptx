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fb134b635844f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650495d0c3b860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83e3eeb8530a9d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9df32179333a9f35_1" /><Relationship Type="http://schemas.openxmlformats.org/officeDocument/2006/relationships/chart" Target="/ppt/slides/charts/chart1.xml" Id="R3bed86e065234fb5" /><Relationship Type="http://schemas.openxmlformats.org/officeDocument/2006/relationships/chart" Target="/ppt/slides/charts/chart2.xml" Id="R519ece800caa42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6df3e49f11f0ff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2930549abca3ae0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283e3eeb8530a9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ed86e065234fb5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9ece800caa428f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