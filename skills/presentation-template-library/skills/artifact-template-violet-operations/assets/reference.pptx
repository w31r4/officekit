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9f897363a6f4bf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650495d0c3b860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283e3eeb8530a9d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9df32179333a9f35_1" /><Relationship Type="http://schemas.openxmlformats.org/officeDocument/2006/relationships/chart" Target="/ppt/slides/charts/chart1.xml" Id="R4b137d1717b84d4c" /><Relationship Type="http://schemas.openxmlformats.org/officeDocument/2006/relationships/chart" Target="/ppt/slides/charts/chart2.xml" Id="R0ea05318731f43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56df3e49f11f0ff0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2930549abca3ae00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7047F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F8081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6E8EA"/>
            </a:solidFill>
            <a:ln w="38100">
              <a:solidFill>
                <a:srgbClr val="E6E8EA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7650495d0c3b860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10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8F8F7"/>
                </a:solidFill>
                <a:latin typeface="Tahoma"/>
                <a:ea typeface="Tahoma"/>
              </a:rPr>
              <a:t>Violet Operations: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7047FF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283e3eeb8530a9d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constraint owns the page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Status, cause, owner and date stay together.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9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10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8F8F7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11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3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14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15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17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047FF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18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9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20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21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9df32179333a9f3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Signal up; exception stays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137d1717b84d4c"/>
          </a:graphicData>
        </a:graphic>
      </p:graphicFrame>
      <p:graphicFrame>
        <p:nvGraphicFramePr>
          <p:cNvPr id="1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a05318731f431d"/>
          </a:graphicData>
        </a:graphic>
      </p:graphicFrame>
      <p:sp>
        <p:nvSpPr>
          <p:cNvPr id="1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1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8F8F7"/>
                </a:solidFill>
                <a:latin typeface="Tahoma"/>
                <a:ea typeface="Tahoma"/>
              </a:rPr>
              <a:t>The signal earns its space.</a:t>
            </a:r>
            <a:endParaRPr lang="en-US"/>
          </a:p>
        </p:txBody>
      </p:sp>
      <p:sp>
        <p:nvSpPr>
          <p:cNvPr id="1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8F8F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gap becomes useful when it has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8F8F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F8081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56df3e49f11f0ff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4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8F8F7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8F8F7"/>
                </a:solidFill>
                <a:latin typeface="Tahoma"/>
                <a:ea typeface="Tahoma"/>
              </a:rPr>
              <a:t>The image carries context; the page names the move.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2930549abca3ae0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Name the owner and next date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