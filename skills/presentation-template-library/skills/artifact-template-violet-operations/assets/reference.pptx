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1f3d7fcc5d448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6df3e49f11f0ff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930549abca3ae00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283e3eeb8530a9d2_1" /><Relationship Type="http://schemas.openxmlformats.org/officeDocument/2006/relationships/chart" Target="/ppt/slides/charts/chart1.xml" Id="R4481e28646404396" /><Relationship Type="http://schemas.openxmlformats.org/officeDocument/2006/relationships/chart" Target="/ppt/slides/charts/chart2.xml" Id="R05eb0d627afc47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7650495d0c3b860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9df32179333a9f35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283e3eeb8530a9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481e28646404396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eb0d627afc47b6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