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041077b5dc240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7d7d39d00e5a7e4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aeb6f74d36d260d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8fbc298f8d1b7a3c_1" /><Relationship Type="http://schemas.openxmlformats.org/officeDocument/2006/relationships/chart" Target="/ppt/slides/charts/chart1.xml" Id="R566612555dc5421c" /><Relationship Type="http://schemas.openxmlformats.org/officeDocument/2006/relationships/chart" Target="/ppt/slides/charts/chart2.xml" Id="R6a9bfaf9beb743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c237998db8bee20d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2930549abca3ae0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47F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F8081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6E8EA"/>
            </a:solidFill>
            <a:ln w="38100">
              <a:solidFill>
                <a:srgbClr val="E6E8EA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b7d7d39d00e5a7e4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10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8F8F7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7047FF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aeb6f74d36d260d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8fbc298f8d1b7a3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6612555dc5421c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9bfaf9beb74388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8F8F7"/>
                </a:solidFill>
                <a:latin typeface="Tahoma"/>
                <a:ea typeface="Tahoma"/>
              </a:rPr>
              <a:t>The signal earns its space.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8F8F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