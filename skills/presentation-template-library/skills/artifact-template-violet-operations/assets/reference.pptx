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42e3c9160db4f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33b8c33a8fc3d61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b7d7d39d00e5a7e4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7650495d0c3b8602_1" /><Relationship Type="http://schemas.openxmlformats.org/officeDocument/2006/relationships/chart" Target="/ppt/slides/charts/chart1.xml" Id="Ra5a3344c69fc44da" /><Relationship Type="http://schemas.openxmlformats.org/officeDocument/2006/relationships/chart" Target="/ppt/slides/charts/chart2.xml" Id="Rffc35de5712541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e4bd683f73b7a543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59ee3aa5202fd02f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7047F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F8081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E6E8EA"/>
            </a:solidFill>
            <a:ln w="38100">
              <a:solidFill>
                <a:srgbClr val="E6E8EA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33b8c33a8fc3d61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10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8F8F7"/>
                </a:solidFill>
                <a:latin typeface="Tahoma"/>
                <a:ea typeface="Tahoma"/>
              </a:rPr>
              <a:t>Violet Operations: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7047FF"/>
                </a:solidFill>
                <a:latin typeface="Tahoma"/>
                <a:ea typeface="Tahoma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b7d7d39d00e5a7e4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8F8F7"/>
                </a:solidFill>
                <a:latin typeface="Tahoma"/>
                <a:ea typeface="Tahoma"/>
              </a:rPr>
              <a:t>The constraint owns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Status, cause, owner and date stay together.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8F8F7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047FF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7650495d0c3b860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8F8F7"/>
                </a:solidFill>
                <a:latin typeface="Tahoma"/>
                <a:ea typeface="Tahoma"/>
              </a:rPr>
              <a:t>Signal up; exception stays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5a3344c69fc44da"/>
          </a:graphicData>
        </a:graphic>
      </p:graphicFrame>
      <p:graphicFrame>
        <p:nvGraphicFramePr>
          <p:cNvPr id="1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fc35de571254104"/>
          </a:graphicData>
        </a:graphic>
      </p:graphicFrame>
      <p:sp>
        <p:nvSpPr>
          <p:cNvPr id="1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1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8F8F7"/>
                </a:solidFill>
                <a:latin typeface="Tahoma"/>
                <a:ea typeface="Tahoma"/>
              </a:rPr>
              <a:t>The signal earns its space.</a:t>
            </a:r>
            <a:endParaRPr lang="en-US"/>
          </a:p>
        </p:txBody>
      </p:sp>
      <p:sp>
        <p:nvSpPr>
          <p:cNvPr id="1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8F8F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8F8F7"/>
                </a:solidFill>
                <a:latin typeface="Tahoma"/>
                <a:ea typeface="Tahoma"/>
              </a:rPr>
              <a:t>The gap becomes useful when it has an 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8F8F7"/>
                </a:solidFill>
                <a:latin typeface="Tahoma"/>
                <a:ea typeface="Tahoma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F8081"/>
                </a:solidFill>
                <a:latin typeface="Tahoma"/>
                <a:ea typeface="Tahoma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e4bd683f73b7a54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4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8F8F7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8F8F7"/>
                </a:solidFill>
                <a:latin typeface="Tahoma"/>
                <a:ea typeface="Tahoma"/>
              </a:rPr>
              <a:t>The image carries context; the page names the move.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59ee3aa5202fd02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8F8F7"/>
                </a:solidFill>
                <a:latin typeface="Tahoma"/>
                <a:ea typeface="Tahoma"/>
              </a:rPr>
              <a:t>Name the owner and next date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