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a110366aa2f4a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6df3e49f11f0ff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2e9a9d799668dd3_1" /><Relationship Type="http://schemas.openxmlformats.org/officeDocument/2006/relationships/chart" Target="/ppt/slides/charts/chart1.xml" Id="R4cb9949bbe1e46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fbc298f8d1b7a3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2f5be6b798f5ce3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bca39c9b7ba070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e9a9d799668dd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b9949bbe1e467a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f5be6b798f5ce3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