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5776318e3c64c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6af8c9b5dff6e3a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8bca39c9b7ba070f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d71bfa074cda59bb_1" /><Relationship Type="http://schemas.openxmlformats.org/officeDocument/2006/relationships/chart" Target="/ppt/slides/charts/chart1.xml" Id="R021dcf493d5c4ed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6af8c9b5dff6e3a3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8bca39c9b7ba070f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d71bfa074cda59bb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3E7658"/>
            </a:solidFill>
            <a:ln w="50800">
              <a:solidFill>
                <a:srgbClr val="3E7658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2978E"/>
            </a:solidFill>
            <a:ln w="38100">
              <a:solidFill>
                <a:srgbClr val="92978E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paper-seminar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f8c9b5dff6e3a3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>
              <a:alpha val="100000"/>
            </a:srgbClr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E765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6352E"/>
                </a:solidFill>
                <a:latin typeface="Inter"/>
                <a:ea typeface="Inter"/>
              </a:rPr>
              <a:t>Paper Seminar: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3E765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6352E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bca39c9b7ba070f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9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0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2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3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4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6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7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8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20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1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3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3E765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4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2978E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graphicFrame>
        <p:nvGraphicFramePr>
          <p:cNvPr id="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1dcf493d5c4ed6"/>
          </a:graphicData>
        </a:graphic>
      </p:graphicFrame>
      <p:sp>
        <p:nvSpPr>
          <p:cNvPr id="1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3E7658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2978E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The observed lift is compatible with the registered mechanism, not proof of generalization.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6352E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f8c9b5dff6e3a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9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2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3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4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7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8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9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2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3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4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7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8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9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30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6352E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1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visua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bca39c9b7ba070f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visua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sua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VISUAL CARRIER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VISUAL CARRIER</a:t>
            </a:r>
            <a:endParaRPr lang="en-US"/>
          </a:p>
        </p:txBody>
      </p:sp>
      <p:sp>
        <p:nvSpPr>
          <p:cNvPr id="7" name="visua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8" name="visual-body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1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1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1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1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2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2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2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2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2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6352E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2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30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32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6352E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33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2978E"/>
                </a:solidFill>
                <a:latin typeface="Inter"/>
                <a:ea typeface="Inter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6352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