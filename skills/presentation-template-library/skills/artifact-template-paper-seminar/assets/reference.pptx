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a80c3c061a741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bca39c9b7ba070f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c2e9a9d799668dd3_1" /><Relationship Type="http://schemas.openxmlformats.org/officeDocument/2006/relationships/chart" Target="/ppt/slides/charts/chart1.xml" Id="Rd194f54bf7d048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8fbc298f8d1b7a3c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bca39c9b7ba070f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3E7658"/>
            </a:solidFill>
            <a:ln w="50800">
              <a:solidFill>
                <a:srgbClr val="3E765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2978E"/>
            </a:solidFill>
            <a:ln w="38100">
              <a:solidFill>
                <a:srgbClr val="92978E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>
              <a:alpha val="100000"/>
            </a:srgbClr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E765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6352E"/>
                </a:solidFill>
                <a:latin typeface="Inter"/>
                <a:ea typeface="Inter"/>
              </a:rPr>
              <a:t>Paper Seminar: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E765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3E765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e9a9d799668dd3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94f54bf7d04887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3E765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2978E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6352E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6352E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6df3e49f11f0ff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6352E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3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6352E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