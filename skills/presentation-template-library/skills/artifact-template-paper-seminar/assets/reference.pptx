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e908926d63042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af3bddd520e715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579b0a87ff097c1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260725ec97288f31_1" /><Relationship Type="http://schemas.openxmlformats.org/officeDocument/2006/relationships/chart" Target="/ppt/slides/charts/chart1.xml" Id="R5184fd71a85f4c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231e9493e535fbe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e307d6c31b3d1e07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06e55191024fa458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af3bddd520e71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579b0a87ff097c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60725ec97288f3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84fd71a85f4cba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307d6c31b3d1e07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