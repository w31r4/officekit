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3d99c1816ab4da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7b73f8fac405495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c237998db8bee20d_1" /><Relationship Type="http://schemas.openxmlformats.org/officeDocument/2006/relationships/image" Target="/ppt/media/image3.jpg" Id="rIdOfficeKitImage31956823b229fb66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026be3a43029630d_1" /><Relationship Type="http://schemas.openxmlformats.org/officeDocument/2006/relationships/chart" Target="/ppt/slides/charts/chart1.xml" Id="R2a1040ddbcd340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7b73f8fac405495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c237998db8bee20d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9A6B45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98989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c7b73f8fac40549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>
              <a:alpha val="84000"/>
            </a:srgbClr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Tahoma"/>
                <a:ea typeface="Tahoma"/>
              </a:rPr>
              <a:t>Silver Atelier: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Tahoma"/>
                <a:ea typeface="Tahoma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Tahoma"/>
                <a:ea typeface="Tahoma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c237998db8bee2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proposition is the page's visual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71717"/>
                </a:solidFill>
                <a:latin typeface="Tahoma"/>
                <a:ea typeface="Tahoma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71717"/>
                </a:solidFill>
                <a:latin typeface="Tahoma"/>
                <a:ea typeface="Tahoma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1956823b229fb66_1"/>
          <a:srcRect xmlns:a="http://schemas.openxmlformats.org/drawingml/2006/main" l="0" t="31910" r="0" b="3191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9A6B45"/>
                </a:solidFill>
                <a:latin typeface="Tahoma"/>
                <a:ea typeface="Tahoma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026be3a4302963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signal grows when the invitation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1040ddbcd34005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9A6B45"/>
                </a:solidFill>
                <a:latin typeface="Tahoma"/>
                <a:ea typeface="Tahoma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Reach is useful only when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audience can see and take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1717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6B45"/>
          </a:solidFill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Tahoma"/>
                <a:ea typeface="Tahoma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989"/>
                </a:solidFill>
                <a:latin typeface="Tahoma"/>
                <a:ea typeface="Tahoma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c7b73f8fac40549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4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71717"/>
                </a:solidFill>
                <a:latin typeface="Tahoma"/>
                <a:ea typeface="Tahoma"/>
              </a:rPr>
              <a:t>Let the subject do the work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71717"/>
                </a:solidFill>
                <a:latin typeface="Tahoma"/>
                <a:ea typeface="Tahoma"/>
              </a:rPr>
              <a:t>A strong crop gives the proposition a place to live.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c237998db8bee2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Turn the shared invitation into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9A6B45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717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9A6B45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Tahoma"/>
                <a:ea typeface="Tahoma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