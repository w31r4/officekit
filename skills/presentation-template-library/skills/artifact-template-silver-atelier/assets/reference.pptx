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76dc6a8b97e4d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785cc6781fd251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b4e39f1eccfa545_1" /><Relationship Type="http://schemas.openxmlformats.org/officeDocument/2006/relationships/image" Target="/ppt/media/image3.jpg" Id="rIdOfficeKitImagee977612ad933c98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930dcb9c6b95953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3635f59fd49ef0e6_1" /><Relationship Type="http://schemas.openxmlformats.org/officeDocument/2006/relationships/image" Target="/ppt/media/image6.jpg" Id="rIdOfficeKitImaged96cedd8678b85ac_1" /><Relationship Type="http://schemas.openxmlformats.org/officeDocument/2006/relationships/image" Target="/ppt/media/image7.jpg" Id="rIdOfficeKitImage35d943dc999c7d05_1" /><Relationship Type="http://schemas.openxmlformats.org/officeDocument/2006/relationships/image" Target="/ppt/media/image8.jpg" Id="rIdOfficeKitImagedf986129197cef3b_1" /><Relationship Type="http://schemas.openxmlformats.org/officeDocument/2006/relationships/image" Target="/ppt/media/image9.jpg" Id="rIdOfficeKitImage84ff976f39aab728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06e55191024fa45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1.jpg" Id="rIdOfficeKitImagee231e9493e535fbe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06" r="0" b="319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1717"/>
                </a:solidFill>
                <a:latin typeface="Tahoma"/>
                <a:ea typeface="Tahoma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635f59fd49ef0e6_1"/>
          <a:srcRect xmlns:a="http://schemas.openxmlformats.org/drawingml/2006/main" l="0" t="31957" r="0" b="319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Tahoma"/>
                <a:ea typeface="Tahoma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98989"/>
                </a:solidFill>
                <a:latin typeface="Tahoma"/>
                <a:ea typeface="Tahoma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e231e9493e535fbe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