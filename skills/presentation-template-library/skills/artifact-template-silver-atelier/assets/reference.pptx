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4860f40662040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785cc6781fd251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b4e39f1eccfa545_1" /><Relationship Type="http://schemas.openxmlformats.org/officeDocument/2006/relationships/image" Target="/ppt/media/image3.jpg" Id="rIdOfficeKitImagee977612ad933c986_1" /><Relationship Type="http://schemas.openxmlformats.org/officeDocument/2006/relationships/image" Target="/ppt/media/image4.jpg" Id="rIdOfficeKitImagee930dcb9c6b95953_1" /><Relationship Type="http://schemas.openxmlformats.org/officeDocument/2006/relationships/image" Target="/ppt/media/image5.jpg" Id="rIdOfficeKitImage3635f59fd49ef0e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96cedd8678b85ac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35d943dc999c7d05_1" /><Relationship Type="http://schemas.openxmlformats.org/officeDocument/2006/relationships/image" Target="/ppt/media/image8.jpg" Id="rIdOfficeKitImagedf986129197cef3b_1" /><Relationship Type="http://schemas.openxmlformats.org/officeDocument/2006/relationships/image" Target="/ppt/media/image9.jpg" Id="rIdOfficeKitImage84ff976f39aab728_1" /><Relationship Type="http://schemas.openxmlformats.org/officeDocument/2006/relationships/image" Target="/ppt/media/image10.jpg" Id="rIdOfficeKitImage06e55191024fa458_1" /><Relationship Type="http://schemas.openxmlformats.org/officeDocument/2006/relationships/image" Target="/ppt/media/image11.jpg" Id="rIdOfficeKitImagee231e9493e535fbe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fff481b85b8743d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3.jpg" Id="rIdOfficeKitImage7acdacea277813e8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6785cc6781fd251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7401" r="0" b="374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12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13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635f59fd49ef0e6_1"/>
          <a:srcRect xmlns:a="http://schemas.openxmlformats.org/drawingml/2006/main" l="0" t="34394" r="0" b="343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14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d96cedd8678b85a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71717"/>
                </a:solidFill>
                <a:latin typeface="Tahoma"/>
                <a:ea typeface="Tahoma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717"/>
                </a:solidFill>
                <a:latin typeface="Tahoma"/>
                <a:ea typeface="Tahoma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fff481b85b8743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7acdacea277813e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