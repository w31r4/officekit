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d4a9da206144ee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37998db8bee20d_1" /><Relationship Type="http://schemas.openxmlformats.org/officeDocument/2006/relationships/image" Target="/ppt/media/image3.jpg" Id="rIdOfficeKitImage31956823b229fb66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026be3a43029630d_1" /><Relationship Type="http://schemas.openxmlformats.org/officeDocument/2006/relationships/chart" Target="/ppt/slides/charts/chart1.xml" Id="R1a45f41ca28c4e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37998db8bee20d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9A6B45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9898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>
              <a:alpha val="84000"/>
            </a:srgbClr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Tahoma"/>
                <a:ea typeface="Tahoma"/>
              </a:rPr>
              <a:t>Silver Atelier: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Tahoma"/>
                <a:ea typeface="Tahoma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Tahoma"/>
                <a:ea typeface="Tahoma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Tahoma"/>
                <a:ea typeface="Tahoma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Tahoma"/>
                <a:ea typeface="Tahoma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1910" r="0" b="3191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9A6B45"/>
                </a:solidFill>
                <a:latin typeface="Tahoma"/>
                <a:ea typeface="Tahoma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a45f41ca28c4e43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9A6B45"/>
                </a:solidFill>
                <a:latin typeface="Tahoma"/>
                <a:ea typeface="Tahoma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6B45"/>
          </a:solidFill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989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4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71717"/>
                </a:solidFill>
                <a:latin typeface="Tahoma"/>
                <a:ea typeface="Tahoma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1717"/>
                </a:solidFill>
                <a:latin typeface="Tahoma"/>
                <a:ea typeface="Tahoma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