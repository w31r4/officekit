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0d12821c33f42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785cc6781fd251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b4e39f1eccfa545_1" /><Relationship Type="http://schemas.openxmlformats.org/officeDocument/2006/relationships/image" Target="/ppt/media/image3.jpg" Id="rIdOfficeKitImagee977612ad933c98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930dcb9c6b95953_1" /><Relationship Type="http://schemas.openxmlformats.org/officeDocument/2006/relationships/chart" Target="/ppt/slides/charts/chart1.xml" Id="R005b53e2442b48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3635f59fd49ef0e6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96cedd8678b85ac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9A6B4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98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6785cc6781fd251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1906" r="0" b="319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5b53e2442b48e0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9A6B45"/>
                </a:solidFill>
                <a:latin typeface="Tahoma"/>
                <a:ea typeface="Tahoma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989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3635f59fd49ef0e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d96cedd8678b85a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