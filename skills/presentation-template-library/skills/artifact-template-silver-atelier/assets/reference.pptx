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6931e773c2c4ca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13db13f70d7843cc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7790b68b5d8fcd92_1" /><Relationship Type="http://schemas.openxmlformats.org/officeDocument/2006/relationships/image" Target="/ppt/media/image3.jpg" Id="rIdOfficeKitImagec237998db8bee20d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d71bfa074cda59bb_1" /><Relationship Type="http://schemas.openxmlformats.org/officeDocument/2006/relationships/chart" Target="/ppt/slides/charts/chart1.xml" Id="R1e287dfa94d246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8fbc298f8d1b7a3c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6af8c9b5dff6e3a3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9A6B45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98989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cover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3db13f70d7843cc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>
              <a:alpha val="84000"/>
            </a:srgbClr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PROMOTION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Tahoma"/>
                <a:ea typeface="Tahoma"/>
              </a:rPr>
              <a:t>Silver Atelier: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Tahoma"/>
                <a:ea typeface="Tahoma"/>
              </a:rPr>
              <a:t>A clean-room reference for a visual proposition.</a:t>
            </a:r>
            <a:endParaRPr lang="en-US"/>
          </a:p>
        </p:txBody>
      </p:sp>
      <p:sp>
        <p:nvSpPr>
          <p:cNvPr id="7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Tahoma"/>
                <a:ea typeface="Tahoma"/>
              </a:rPr>
              <a:t>A proposition earns attention when it gives a next move.</a:t>
            </a:r>
            <a:endParaRPr lang="en-US"/>
          </a:p>
        </p:txBody>
      </p:sp>
      <p:sp>
        <p:nvSpPr>
          <p:cNvPr id="9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7790b68b5d8fcd9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The proposition is the page's visual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71717"/>
                </a:solidFill>
                <a:latin typeface="Tahoma"/>
                <a:ea typeface="Tahoma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71717"/>
                </a:solidFill>
                <a:latin typeface="Tahoma"/>
                <a:ea typeface="Tahoma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237998db8bee20d_1"/>
          <a:srcRect xmlns:a="http://schemas.openxmlformats.org/drawingml/2006/main" l="0" t="31908" r="0" b="3190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2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9A6B45"/>
                </a:solidFill>
                <a:latin typeface="Tahoma"/>
                <a:ea typeface="Tahoma"/>
              </a:rPr>
              <a:t>INVITE · PROVE · MOVE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d71bfa074cda59b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The signal grows when the invitation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e287dfa94d2469b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9A6B45"/>
                </a:solidFill>
                <a:latin typeface="Tahoma"/>
                <a:ea typeface="Tahoma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qualified response · campaign close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Reach is useful only when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audience can see and take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next step.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1717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6B45"/>
          </a:solidFill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717"/>
                </a:solidFill>
                <a:latin typeface="Tahoma"/>
                <a:ea typeface="Tahoma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989"/>
                </a:solidFill>
                <a:latin typeface="Tahoma"/>
                <a:ea typeface="Tahoma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8fbc298f8d1b7a3c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4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71717"/>
                </a:solidFill>
                <a:latin typeface="Tahoma"/>
                <a:ea typeface="Tahoma"/>
              </a:rPr>
              <a:t>Let the subject do the work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71717"/>
                </a:solidFill>
                <a:latin typeface="Tahoma"/>
                <a:ea typeface="Tahoma"/>
              </a:rPr>
              <a:t>A strong crop gives the proposition a place to live.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6af8c9b5dff6e3a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Turn the shared invitation into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9A6B45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1717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9A6B45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717"/>
                </a:solidFill>
                <a:latin typeface="Tahoma"/>
                <a:ea typeface="Tahoma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