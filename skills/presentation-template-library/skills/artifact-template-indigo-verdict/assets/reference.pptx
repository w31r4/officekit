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d5eb0e1719d4b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5253C"/>
                </a:solidFill>
                <a:latin typeface="Arial"/>
                <a:ea typeface="Arial"/>
              </a:rPr>
              <a:t>Indigo Verdict: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34E9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5253C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34E9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254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5253C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254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5253C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254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5253C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254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5253C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254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5253C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34E9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5253C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5253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5253C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5253C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A0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