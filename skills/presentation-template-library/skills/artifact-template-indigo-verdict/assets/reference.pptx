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bbc4c8cb2904ad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b88ec3f75e4a4c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34E9C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4A0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5253C"/>
                </a:solidFill>
                <a:latin typeface="Arial"/>
                <a:ea typeface="Arial"/>
              </a:rPr>
              <a:t>Indigo Verdict: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34E9C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5253C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5253C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9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5253C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0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2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5253C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3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34E9C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4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5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5253C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8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19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4A0"/>
          </a:solidFill>
          <a:ln xmlns:a="http://schemas.openxmlformats.org/drawingml/2006/main" w="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5253C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2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3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4A0"/>
          </a:solidFill>
          <a:ln xmlns:a="http://schemas.openxmlformats.org/drawingml/2006/main" w="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5253C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6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8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29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8ec3f75e4a4c76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234E9C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decision confidence · current case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The next question is which lever moves the constraint, not whether the signal exists.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5253C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5253C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4A0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5253C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4A0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5253C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4A0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5253C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4A0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5253C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34E9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34E9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34E9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5253C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5253C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A0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34E9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5253C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5253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5253C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34E9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5253C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