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7df3bee6df648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61c4662441cb47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34E9C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4A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5253C"/>
                </a:solidFill>
                <a:latin typeface="Arial"/>
                <a:ea typeface="Arial"/>
              </a:rPr>
              <a:t>Indigo Verdict: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34E9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5253C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34E9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c4662441cb47c2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34E9C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5253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5253C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5253C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A0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