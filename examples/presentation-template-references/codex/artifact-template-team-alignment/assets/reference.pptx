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6"/>
  </p:notesMasterIdLst>
  <p:sldIdLst>
    <p:sldId id="322" r:id="rId2"/>
    <p:sldId id="356" r:id="rId3"/>
    <p:sldId id="330" r:id="rId4"/>
    <p:sldId id="357" r:id="rId5"/>
    <p:sldId id="350" r:id="rId6"/>
    <p:sldId id="351" r:id="rId7"/>
    <p:sldId id="376" r:id="rId8"/>
    <p:sldId id="382" r:id="rId9"/>
    <p:sldId id="385" r:id="rId10"/>
    <p:sldId id="381" r:id="rId11"/>
    <p:sldId id="303" r:id="rId12"/>
    <p:sldId id="353" r:id="rId13"/>
    <p:sldId id="380" r:id="rId14"/>
    <p:sldId id="337" r:id="rId15"/>
    <p:sldId id="338" r:id="rId16"/>
    <p:sldId id="369" r:id="rId17"/>
    <p:sldId id="318" r:id="rId18"/>
    <p:sldId id="326" r:id="rId19"/>
    <p:sldId id="320" r:id="rId20"/>
    <p:sldId id="317" r:id="rId21"/>
    <p:sldId id="390" r:id="rId22"/>
    <p:sldId id="391" r:id="rId23"/>
    <p:sldId id="289" r:id="rId24"/>
    <p:sldId id="392" r:id="rId25"/>
  </p:sldIdLst>
  <p:sldSz cx="12192000" cy="6858000"/>
  <p:notesSz cx="6858000" cy="9144000"/>
  <p:embeddedFontLst>
    <p:embeddedFont>
      <p:font typeface="Inter" panose="02000503000000020004" pitchFamily="2" charset="0"/>
      <p:regular r:id="rId27"/>
      <p:bold r:id="rId28"/>
    </p:embeddedFont>
    <p:embeddedFont>
      <p:font typeface="Inter Medium" panose="02000503000000020004" pitchFamily="2" charset="0"/>
      <p:regular r:id="rId29"/>
    </p:embeddedFont>
    <p:embeddedFont>
      <p:font typeface="Inter SemiBold" panose="02000503000000020004" pitchFamily="2" charset="0"/>
      <p:regular r:id="rId30"/>
      <p:bold r:id="rId31"/>
    </p:embeddedFont>
    <p:embeddedFont>
      <p:font typeface="Office Sans" panose="020B0004030202060203" pitchFamily="34" charset="77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/>
    <p:restoredTop sz="92758"/>
  </p:normalViewPr>
  <p:slideViewPr>
    <p:cSldViewPr snapToGrid="0">
      <p:cViewPr>
        <p:scale>
          <a:sx n="50" d="100"/>
          <a:sy n="50" d="100"/>
        </p:scale>
        <p:origin x="952" y="2120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5">
                  <a:lumMod val="50000"/>
                </a:schemeClr>
              </a:solidFill>
              <a:ln w="9525">
                <a:solidFill>
                  <a:schemeClr val="accent5">
                    <a:lumMod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F112-4F51-D47F-27B2-C13AF523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57384-4F7C-B584-4D33-A8D94A2E2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FBEE6-1E45-94C3-9B9D-0BB63D3E2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FDEFA-3F44-00F0-3BDC-052510A93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48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4A8E7CB-AF7E-AA4F-AC25-D8E54782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438230FA-6C4F-C173-0D17-5A584A838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38F44B3-EC5C-FFAC-E083-760464C76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507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F8158398-2203-4012-AE47-AE04A69E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6223876-1C07-B925-C295-6FDF25B0D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EBEB7F95-8BA0-B32F-08B7-3E3ED03D6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355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4EFF3B2-9915-2516-D4F1-57159D39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CBC98C3-24F7-6FA8-8A4C-E8BEE685B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CD135C3-A9E3-6FF6-A0CE-B22A292AC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110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208160C-C64F-0B16-06EA-468AC5E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B8C58D5-3BDF-F3EB-48E0-9F412C0B7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ECB880F-7645-9A75-8354-B92C6D600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4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995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CCC5F2A-2B9D-428C-4E55-CF8B9339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281890DC-4744-7216-0AD3-1197530A6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9B83940-EBA3-654C-F6CA-438F73ECF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068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5DE4F2DC-BE9F-716A-A768-3E862939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047B1575-BE31-BF25-F5E4-BCA8D3F0B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05E9D58A-91AE-77EB-E294-D9A2539EC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272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214345a3b1_9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214345a3b1_9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3515-AEAD-311B-78E4-6D5875AE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1FC9D-5E62-0724-D6EE-5C3ABF87D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B7A72-5408-53F3-FE5D-1816D6E5A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A72C-BD2D-D4E6-5489-18B3147C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07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952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FE52-8A32-33DB-13AB-B36BB17A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339" y="449662"/>
            <a:ext cx="6730425" cy="2401447"/>
          </a:xfrm>
        </p:spPr>
        <p:txBody>
          <a:bodyPr anchor="b">
            <a:noAutofit/>
          </a:bodyPr>
          <a:lstStyle/>
          <a:p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Team onsite </a:t>
            </a:r>
            <a:br>
              <a:rPr lang="en-US" sz="7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and planning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669" y="3564938"/>
            <a:ext cx="3758374" cy="614676"/>
          </a:xfrm>
        </p:spPr>
        <p:txBody>
          <a:bodyPr>
            <a:noAutofit/>
          </a:bodyPr>
          <a:lstStyle/>
          <a:p>
            <a:r>
              <a:rPr lang="en-US" sz="1800" dirty="0"/>
              <a:t>August Team Onsite </a:t>
            </a:r>
          </a:p>
          <a:p>
            <a:r>
              <a:rPr lang="en-US" sz="1800" dirty="0"/>
              <a:t>San Francisco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E418-C2ED-AF3C-5751-7E606084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45" b="61469"/>
          <a:stretch>
            <a:fillRect/>
          </a:stretch>
        </p:blipFill>
        <p:spPr>
          <a:xfrm>
            <a:off x="0" y="4763386"/>
            <a:ext cx="12190542" cy="20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883398"/>
            <a:ext cx="7835900" cy="635159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526166"/>
              </p:ext>
            </p:extLst>
          </p:nvPr>
        </p:nvGraphicFramePr>
        <p:xfrm>
          <a:off x="393700" y="1689098"/>
          <a:ext cx="11404600" cy="430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84D6A546-7CEA-2F56-1258-44B22228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1B97684-8242-397D-9EF9-D21CBFF7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2" r="3152"/>
          <a:stretch/>
        </p:blipFill>
        <p:spPr>
          <a:xfrm>
            <a:off x="7371258" y="0"/>
            <a:ext cx="4819284" cy="6858000"/>
          </a:xfrm>
          <a:prstGeom prst="rect">
            <a:avLst/>
          </a:prstGeom>
        </p:spPr>
      </p:pic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90E0952-CC7C-65FF-3A11-F59CB4DA85D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5101769"/>
            <a:ext cx="2969986" cy="6477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Speaker Full Name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Speaker Title Role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9A2AEE7-A921-7DF3-9C82-C98AEFAE5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867400" cy="26785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4800" dirty="0"/>
              <a:t>Section divider slide with speakers</a:t>
            </a:r>
            <a:endParaRPr sz="4800" dirty="0"/>
          </a:p>
        </p:txBody>
      </p:sp>
      <p:pic>
        <p:nvPicPr>
          <p:cNvPr id="9" name="Picture 8" descr="Replace with headshot image.">
            <a:extLst>
              <a:ext uri="{FF2B5EF4-FFF2-40B4-BE49-F238E27FC236}">
                <a16:creationId xmlns:a16="http://schemas.microsoft.com/office/drawing/2014/main" id="{DFE0AA98-5472-B290-C936-7218AAA722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249" r="80475" b="15849"/>
          <a:stretch>
            <a:fillRect/>
          </a:stretch>
        </p:blipFill>
        <p:spPr>
          <a:xfrm>
            <a:off x="418968" y="3891501"/>
            <a:ext cx="891133" cy="903819"/>
          </a:xfrm>
          <a:custGeom>
            <a:avLst/>
            <a:gdLst>
              <a:gd name="csX0" fmla="*/ 0 w 4818433"/>
              <a:gd name="csY0" fmla="*/ 0 h 6858000"/>
              <a:gd name="csX1" fmla="*/ 4818433 w 4818433"/>
              <a:gd name="csY1" fmla="*/ 0 h 6858000"/>
              <a:gd name="csX2" fmla="*/ 4818433 w 4818433"/>
              <a:gd name="csY2" fmla="*/ 6858000 h 6858000"/>
              <a:gd name="csX3" fmla="*/ 0 w 4818433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18433" h="6858000">
                <a:moveTo>
                  <a:pt x="0" y="0"/>
                </a:moveTo>
                <a:lnTo>
                  <a:pt x="4818433" y="0"/>
                </a:lnTo>
                <a:lnTo>
                  <a:pt x="48184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B134F60-C9DC-84B1-04A3-F4DA78061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4DEF80-F13A-D843-314A-5472C1FBE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3</a:t>
            </a:fld>
            <a:endParaRPr lang="en-US" sz="1100" dirty="0"/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4B34DAA1-B334-0FFA-8EF7-9280350C43F3}"/>
              </a:ext>
            </a:extLst>
          </p:cNvPr>
          <p:cNvSpPr txBox="1">
            <a:spLocks/>
          </p:cNvSpPr>
          <p:nvPr/>
        </p:nvSpPr>
        <p:spPr>
          <a:xfrm>
            <a:off x="3904343" y="5101769"/>
            <a:ext cx="2969986" cy="6477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sz="180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Speaker Full Name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sz="180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Speaker Title Role</a:t>
            </a:r>
            <a:endParaRPr lang="en-US"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pic>
        <p:nvPicPr>
          <p:cNvPr id="4" name="Picture 3" descr="Replace with headshot image.">
            <a:extLst>
              <a:ext uri="{FF2B5EF4-FFF2-40B4-BE49-F238E27FC236}">
                <a16:creationId xmlns:a16="http://schemas.microsoft.com/office/drawing/2014/main" id="{22B15911-60A5-7E1A-6525-5D1ECBF076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249" r="80475" b="15849"/>
          <a:stretch>
            <a:fillRect/>
          </a:stretch>
        </p:blipFill>
        <p:spPr>
          <a:xfrm>
            <a:off x="3929611" y="3891501"/>
            <a:ext cx="891133" cy="903819"/>
          </a:xfrm>
          <a:custGeom>
            <a:avLst/>
            <a:gdLst>
              <a:gd name="csX0" fmla="*/ 0 w 4818433"/>
              <a:gd name="csY0" fmla="*/ 0 h 6858000"/>
              <a:gd name="csX1" fmla="*/ 4818433 w 4818433"/>
              <a:gd name="csY1" fmla="*/ 0 h 6858000"/>
              <a:gd name="csX2" fmla="*/ 4818433 w 4818433"/>
              <a:gd name="csY2" fmla="*/ 6858000 h 6858000"/>
              <a:gd name="csX3" fmla="*/ 0 w 4818433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18433" h="6858000">
                <a:moveTo>
                  <a:pt x="0" y="0"/>
                </a:moveTo>
                <a:lnTo>
                  <a:pt x="4818433" y="0"/>
                </a:lnTo>
                <a:lnTo>
                  <a:pt x="4818433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44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FC3DA96-FA11-E590-58F8-D31A3308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4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9448800" cy="36691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4800" dirty="0"/>
              <a:t>Large message slides with two callouts. Lorem ipsum dolor sit </a:t>
            </a:r>
            <a:r>
              <a:rPr lang="en-US" sz="4800" dirty="0" err="1"/>
              <a:t>amet</a:t>
            </a:r>
            <a:r>
              <a:rPr lang="en-US" sz="4800" dirty="0"/>
              <a:t>, </a:t>
            </a:r>
            <a:r>
              <a:rPr lang="en-US" sz="4800" dirty="0" err="1"/>
              <a:t>consectetur</a:t>
            </a:r>
            <a:r>
              <a:rPr lang="en-US" sz="4800" dirty="0"/>
              <a:t> </a:t>
            </a:r>
            <a:r>
              <a:rPr lang="en-US" sz="4800" dirty="0" err="1"/>
              <a:t>adipiscing</a:t>
            </a:r>
            <a:r>
              <a:rPr lang="en-US" sz="4800" dirty="0"/>
              <a:t> </a:t>
            </a:r>
            <a:r>
              <a:rPr lang="en-US" sz="4800" dirty="0" err="1"/>
              <a:t>elit</a:t>
            </a:r>
            <a:r>
              <a:rPr lang="en-US" sz="4800" dirty="0"/>
              <a:t>. </a:t>
            </a:r>
            <a:r>
              <a:rPr lang="en-US" sz="4800" dirty="0" err="1"/>
              <a:t>Pellentesque</a:t>
            </a:r>
            <a:r>
              <a:rPr lang="en-US" sz="4800" dirty="0"/>
              <a:t> </a:t>
            </a:r>
            <a:r>
              <a:rPr lang="en-US" sz="4800" dirty="0" err="1"/>
              <a:t>ultricies</a:t>
            </a:r>
            <a:r>
              <a:rPr lang="en-US" sz="4800" dirty="0"/>
              <a:t> </a:t>
            </a:r>
            <a:r>
              <a:rPr lang="en-US" sz="4800" dirty="0" err="1"/>
              <a:t>quam</a:t>
            </a: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 err="1"/>
              <a:t>ut</a:t>
            </a:r>
            <a:r>
              <a:rPr lang="en-US" sz="4800" dirty="0"/>
              <a:t> </a:t>
            </a:r>
            <a:r>
              <a:rPr lang="en-US" sz="4800" dirty="0" err="1"/>
              <a:t>massa</a:t>
            </a:r>
            <a:r>
              <a:rPr lang="en-US" sz="4800" dirty="0"/>
              <a:t> </a:t>
            </a:r>
            <a:r>
              <a:rPr lang="en-US" sz="4800" dirty="0" err="1"/>
              <a:t>luctus</a:t>
            </a:r>
            <a:r>
              <a:rPr lang="en-US" sz="4800" dirty="0"/>
              <a:t> cursus.  </a:t>
            </a:r>
            <a:endParaRPr sz="4800" dirty="0"/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 txBox="1">
            <a:spLocks/>
          </p:cNvSpPr>
          <p:nvPr/>
        </p:nvSpPr>
        <p:spPr>
          <a:xfrm>
            <a:off x="4305300" y="4826000"/>
            <a:ext cx="3568700" cy="1168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 txBox="1">
            <a:spLocks/>
          </p:cNvSpPr>
          <p:nvPr/>
        </p:nvSpPr>
        <p:spPr>
          <a:xfrm>
            <a:off x="8229600" y="4826000"/>
            <a:ext cx="3568700" cy="1168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/>
          <p:nvPr/>
        </p:nvSpPr>
        <p:spPr>
          <a:xfrm>
            <a:off x="4305300" y="4356100"/>
            <a:ext cx="257187" cy="2570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340;p61">
            <a:extLst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/>
          <p:nvPr/>
        </p:nvSpPr>
        <p:spPr>
          <a:xfrm>
            <a:off x="8224158" y="4356100"/>
            <a:ext cx="257187" cy="2570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391498"/>
            <a:ext cx="5537200" cy="46029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5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5529261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  <a:endParaRPr dirty="0"/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904E4CB-F52B-6973-6EEA-38CB9918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638300"/>
            <a:ext cx="3568700" cy="43560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6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Proin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6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3568700" cy="9005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image</a:t>
            </a:r>
            <a:endParaRPr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/>
          <p:nvPr/>
        </p:nvSpPr>
        <p:spPr>
          <a:xfrm>
            <a:off x="4305300" y="387896"/>
            <a:ext cx="7499261" cy="5606415"/>
          </a:xfrm>
          <a:custGeom>
            <a:avLst/>
            <a:gdLst/>
            <a:ahLst/>
            <a:cxnLst/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3" name="Picture 2" descr="Replace with image.">
            <a:extLst>
              <a:ext uri="{FF2B5EF4-FFF2-40B4-BE49-F238E27FC236}">
                <a16:creationId xmlns:a16="http://schemas.microsoft.com/office/drawing/2014/main" id="{9B6F8C66-4CA0-C2B1-F8D7-6E5FCF1CE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704" b="17965"/>
          <a:stretch>
            <a:fillRect/>
          </a:stretch>
        </p:blipFill>
        <p:spPr>
          <a:xfrm>
            <a:off x="4305300" y="396409"/>
            <a:ext cx="750348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722684"/>
            <a:ext cx="5537200" cy="86542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7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  <a:endParaRPr dirty="0"/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8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two comparison cards</a:t>
            </a:r>
            <a:endParaRPr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 txBox="1">
            <a:spLocks/>
          </p:cNvSpPr>
          <p:nvPr/>
        </p:nvSpPr>
        <p:spPr>
          <a:xfrm>
            <a:off x="400939" y="5617936"/>
            <a:ext cx="11404599" cy="529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A2FB56-6C9E-95EC-5732-389D81A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9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78359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data table</a:t>
            </a:r>
            <a:endParaRPr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5B92C96C-AF80-E8E3-2109-4D6822E5E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9083364"/>
              </p:ext>
            </p:extLst>
          </p:nvPr>
        </p:nvGraphicFramePr>
        <p:xfrm>
          <a:off x="393700" y="2251080"/>
          <a:ext cx="11404599" cy="393261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8876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10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2x2 card grid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16431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16431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1040292"/>
          </a:xfrm>
        </p:spPr>
        <p:txBody>
          <a:bodyPr/>
          <a:lstStyle/>
          <a:p>
            <a:r>
              <a:rPr lang="en-US" dirty="0"/>
              <a:t>Four points grid layout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  <a:endParaRPr lang="en-US" sz="1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  <a:endParaRPr lang="en-US" sz="1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12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 txBox="1">
            <a:spLocks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 txBox="1">
            <a:spLocks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498980"/>
              </p:ext>
            </p:extLst>
          </p:nvPr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13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  <a:endParaRPr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14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5790568"/>
            <a:ext cx="2595934" cy="2082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15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</p:spPr>
        <p:txBody>
          <a:bodyPr/>
          <a:lstStyle/>
          <a:p>
            <a:r>
              <a:rPr lang="en-US" dirty="0"/>
              <a:t>Timeline with three card milestones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5790568"/>
            <a:ext cx="2595934" cy="2082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5790568"/>
            <a:ext cx="2595934" cy="2082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F626B8B8-EC06-A9AE-B0C0-EDD830C6DCE6}"/>
              </a:ext>
            </a:extLst>
          </p:cNvPr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CA6-088A-146D-5405-5BC96F41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697392"/>
          </a:xfrm>
        </p:spPr>
        <p:txBody>
          <a:bodyPr/>
          <a:lstStyle/>
          <a:p>
            <a:r>
              <a:rPr lang="en-US" dirty="0"/>
              <a:t>Line chart with two stat callout cards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 txBox="1">
            <a:spLocks/>
          </p:cNvSpPr>
          <p:nvPr/>
        </p:nvSpPr>
        <p:spPr>
          <a:xfrm>
            <a:off x="6509338" y="3579975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 txBox="1">
            <a:spLocks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 txBox="1">
            <a:spLocks/>
          </p:cNvSpPr>
          <p:nvPr/>
        </p:nvSpPr>
        <p:spPr>
          <a:xfrm>
            <a:off x="9461543" y="3579975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 txBox="1">
            <a:spLocks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 txBox="1">
            <a:spLocks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9CEB8C-F9CB-AABE-9537-F5DACE6E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5591663"/>
              </p:ext>
            </p:extLst>
          </p:nvPr>
        </p:nvGraphicFramePr>
        <p:xfrm>
          <a:off x="385834" y="1254715"/>
          <a:ext cx="5534180" cy="525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F14C16CA-6B36-AE22-D051-61554539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B4069B76-F483-69FE-5E50-3A7313DC6D1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6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6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6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6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642C7FCC-86E7-F5EC-CF92-EC13CA3E8A9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17</a:t>
            </a:fld>
            <a:endParaRPr dirty="0"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08DEBE-7CF4-03DE-7F3D-886627F115F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4013200"/>
            <a:ext cx="3568700" cy="198120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57F93-C3C2-23D6-9524-2C2ACDCF6D7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4013200"/>
            <a:ext cx="3568700" cy="198120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4BDA96D-2BD4-0A74-3D12-0FFADFFA3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 with images</a:t>
            </a:r>
            <a:endParaRPr dirty="0"/>
          </a:p>
        </p:txBody>
      </p:sp>
      <p:pic>
        <p:nvPicPr>
          <p:cNvPr id="11" name="Picture 10" descr="Replace with image.">
            <a:extLst>
              <a:ext uri="{FF2B5EF4-FFF2-40B4-BE49-F238E27FC236}">
                <a16:creationId xmlns:a16="http://schemas.microsoft.com/office/drawing/2014/main" id="{94F9141A-ABF7-B631-D943-6E45D76ED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r="33478" b="50994"/>
          <a:stretch>
            <a:fillRect/>
          </a:stretch>
        </p:blipFill>
        <p:spPr>
          <a:xfrm>
            <a:off x="393700" y="1384299"/>
            <a:ext cx="3578727" cy="2324099"/>
          </a:xfrm>
          <a:prstGeom prst="roundRect">
            <a:avLst>
              <a:gd name="adj" fmla="val 0"/>
            </a:avLst>
          </a:prstGeom>
        </p:spPr>
      </p:pic>
      <p:pic>
        <p:nvPicPr>
          <p:cNvPr id="12" name="Picture 11" descr="Replace with image.">
            <a:extLst>
              <a:ext uri="{FF2B5EF4-FFF2-40B4-BE49-F238E27FC236}">
                <a16:creationId xmlns:a16="http://schemas.microsoft.com/office/drawing/2014/main" id="{61269D6F-BC87-862E-DF1A-5D6AB0AC1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r="33478" b="50994"/>
          <a:stretch>
            <a:fillRect/>
          </a:stretch>
        </p:blipFill>
        <p:spPr>
          <a:xfrm>
            <a:off x="4303964" y="1384299"/>
            <a:ext cx="3578727" cy="2324099"/>
          </a:xfrm>
          <a:prstGeom prst="roundRect">
            <a:avLst>
              <a:gd name="adj" fmla="val 0"/>
            </a:avLst>
          </a:prstGeom>
        </p:spPr>
      </p:pic>
      <p:pic>
        <p:nvPicPr>
          <p:cNvPr id="13" name="Picture 12" descr="Replace with image.">
            <a:extLst>
              <a:ext uri="{FF2B5EF4-FFF2-40B4-BE49-F238E27FC236}">
                <a16:creationId xmlns:a16="http://schemas.microsoft.com/office/drawing/2014/main" id="{07532A26-41DA-AE90-7B4B-7A96F1495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r="33478" b="50994"/>
          <a:stretch>
            <a:fillRect/>
          </a:stretch>
        </p:blipFill>
        <p:spPr>
          <a:xfrm>
            <a:off x="8238290" y="1384299"/>
            <a:ext cx="3578727" cy="2324099"/>
          </a:xfrm>
          <a:prstGeom prst="roundRect">
            <a:avLst>
              <a:gd name="adj" fmla="val 0"/>
            </a:avLst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97BA39-A4A0-86E1-DC4D-EC4DAE78E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5362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D168-F7DF-00A4-5392-07D2E401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ECB8632-1E9B-93EF-6B4C-24920B9FE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947920"/>
            <a:ext cx="2595934" cy="104648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F78DC-6ABF-5CDA-EEA9-835E17C9E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18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1749045-A895-0C17-040D-B1679D28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601481"/>
          </a:xfrm>
        </p:spPr>
        <p:txBody>
          <a:bodyPr/>
          <a:lstStyle/>
          <a:p>
            <a:r>
              <a:rPr lang="en-US" dirty="0"/>
              <a:t>Four column layout with images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DC2A56-FD2D-9F2F-B3C6-ACBF0A9C75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0244" y="4947920"/>
            <a:ext cx="2600656" cy="104648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30CA603-E888-601F-8A30-9977C0A4441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947920"/>
            <a:ext cx="2595934" cy="104648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84D5916-C818-1EA5-EC33-3EEB06C881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0957" y="4947920"/>
            <a:ext cx="2600656" cy="104648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pic>
        <p:nvPicPr>
          <p:cNvPr id="13" name="Picture 12" descr="Replace with image.">
            <a:extLst>
              <a:ext uri="{FF2B5EF4-FFF2-40B4-BE49-F238E27FC236}">
                <a16:creationId xmlns:a16="http://schemas.microsoft.com/office/drawing/2014/main" id="{05A74F31-C788-0131-AF9B-04844172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8" t="29169" r="50494" b="42537"/>
          <a:stretch>
            <a:fillRect/>
          </a:stretch>
        </p:blipFill>
        <p:spPr>
          <a:xfrm>
            <a:off x="393700" y="1384300"/>
            <a:ext cx="2581975" cy="3314700"/>
          </a:xfrm>
          <a:prstGeom prst="roundRect">
            <a:avLst>
              <a:gd name="adj" fmla="val 0"/>
            </a:avLst>
          </a:prstGeom>
        </p:spPr>
      </p:pic>
      <p:pic>
        <p:nvPicPr>
          <p:cNvPr id="21" name="Picture 20" descr="Replace with image.">
            <a:extLst>
              <a:ext uri="{FF2B5EF4-FFF2-40B4-BE49-F238E27FC236}">
                <a16:creationId xmlns:a16="http://schemas.microsoft.com/office/drawing/2014/main" id="{40C8427B-DAF3-4BF7-047D-62BE252D5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8" t="29169" r="50494" b="42537"/>
          <a:stretch>
            <a:fillRect/>
          </a:stretch>
        </p:blipFill>
        <p:spPr>
          <a:xfrm>
            <a:off x="3351213" y="1384300"/>
            <a:ext cx="2581975" cy="3314700"/>
          </a:xfrm>
          <a:prstGeom prst="roundRect">
            <a:avLst>
              <a:gd name="adj" fmla="val 0"/>
            </a:avLst>
          </a:prstGeom>
        </p:spPr>
      </p:pic>
      <p:pic>
        <p:nvPicPr>
          <p:cNvPr id="22" name="Picture 21" descr="Replace with image.">
            <a:extLst>
              <a:ext uri="{FF2B5EF4-FFF2-40B4-BE49-F238E27FC236}">
                <a16:creationId xmlns:a16="http://schemas.microsoft.com/office/drawing/2014/main" id="{0ACA3651-23EF-F820-3AFB-18135C40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8" t="29169" r="50494" b="42537"/>
          <a:stretch>
            <a:fillRect/>
          </a:stretch>
        </p:blipFill>
        <p:spPr>
          <a:xfrm>
            <a:off x="6265862" y="1384300"/>
            <a:ext cx="2581975" cy="3314700"/>
          </a:xfrm>
          <a:prstGeom prst="roundRect">
            <a:avLst>
              <a:gd name="adj" fmla="val 0"/>
            </a:avLst>
          </a:prstGeom>
        </p:spPr>
      </p:pic>
      <p:pic>
        <p:nvPicPr>
          <p:cNvPr id="23" name="Picture 22" descr="Replace with image.">
            <a:extLst>
              <a:ext uri="{FF2B5EF4-FFF2-40B4-BE49-F238E27FC236}">
                <a16:creationId xmlns:a16="http://schemas.microsoft.com/office/drawing/2014/main" id="{87F6BA86-C2FB-53BB-9029-F16EFB8A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8" t="29169" r="50494" b="42537"/>
          <a:stretch>
            <a:fillRect/>
          </a:stretch>
        </p:blipFill>
        <p:spPr>
          <a:xfrm>
            <a:off x="9223375" y="1384300"/>
            <a:ext cx="2581975" cy="3314700"/>
          </a:xfrm>
          <a:prstGeom prst="roundRect">
            <a:avLst>
              <a:gd name="adj" fmla="val 0"/>
            </a:avLst>
          </a:prstGeom>
        </p:spPr>
      </p:pic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C162692F-4232-A31F-B9AD-AFC59611E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54402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E8B0-1451-F532-31F1-40A867C4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11838" cy="519592"/>
          </a:xfrm>
        </p:spPr>
        <p:txBody>
          <a:bodyPr/>
          <a:lstStyle/>
          <a:p>
            <a:r>
              <a:rPr lang="en-US" dirty="0"/>
              <a:t>Three card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365499"/>
            <a:ext cx="2949339" cy="19812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Google Shape;303;p29">
            <a:extLst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/>
          <p:nvPr/>
        </p:nvSpPr>
        <p:spPr>
          <a:xfrm>
            <a:off x="8549658" y="2759697"/>
            <a:ext cx="230437" cy="256014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Google Shape;304;p29">
            <a:extLst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/>
          <p:nvPr/>
        </p:nvSpPr>
        <p:spPr>
          <a:xfrm>
            <a:off x="4632459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Google Shape;305;p29">
            <a:extLst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/>
          <p:nvPr/>
        </p:nvSpPr>
        <p:spPr>
          <a:xfrm>
            <a:off x="693808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 txBox="1">
            <a:spLocks/>
          </p:cNvSpPr>
          <p:nvPr/>
        </p:nvSpPr>
        <p:spPr>
          <a:xfrm>
            <a:off x="400939" y="1037594"/>
            <a:ext cx="11404599" cy="1047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8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8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20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  <a:endParaRPr dirty="0"/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330595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59E0E41-B821-A439-EB03-9190E879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BC8F87E2-B04B-1BFE-82D7-8CE6386F0C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21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7EA9E153-83B8-4A19-B51B-168B1CABC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50446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  <a:endParaRPr dirty="0"/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A13A9462-B110-C66A-2021-86C6812FE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169741"/>
              </p:ext>
            </p:extLst>
          </p:nvPr>
        </p:nvGraphicFramePr>
        <p:xfrm>
          <a:off x="393700" y="822085"/>
          <a:ext cx="11404603" cy="54064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29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082230075"/>
                    </a:ext>
                  </a:extLst>
                </a:gridCol>
              </a:tblGrid>
              <a:tr h="36998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Sunday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Saturday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30217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B9156D34-582C-9A19-B0E2-990B7DF0B281}"/>
              </a:ext>
            </a:extLst>
          </p:cNvPr>
          <p:cNvSpPr/>
          <p:nvPr/>
        </p:nvSpPr>
        <p:spPr>
          <a:xfrm>
            <a:off x="510546" y="1696894"/>
            <a:ext cx="1354870" cy="339939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3" name="Google Shape;969;p80">
            <a:extLst>
              <a:ext uri="{FF2B5EF4-FFF2-40B4-BE49-F238E27FC236}">
                <a16:creationId xmlns:a16="http://schemas.microsoft.com/office/drawing/2014/main" id="{DBFBE8C6-452C-D68C-DEA9-67099460BBA9}"/>
              </a:ext>
            </a:extLst>
          </p:cNvPr>
          <p:cNvSpPr/>
          <p:nvPr/>
        </p:nvSpPr>
        <p:spPr>
          <a:xfrm>
            <a:off x="3792018" y="2719780"/>
            <a:ext cx="1354870" cy="339939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1" name="Google Shape;969;p80">
            <a:extLst>
              <a:ext uri="{FF2B5EF4-FFF2-40B4-BE49-F238E27FC236}">
                <a16:creationId xmlns:a16="http://schemas.microsoft.com/office/drawing/2014/main" id="{23D8C389-0A0C-B787-2C01-CBB896B52649}"/>
              </a:ext>
            </a:extLst>
          </p:cNvPr>
          <p:cNvSpPr/>
          <p:nvPr/>
        </p:nvSpPr>
        <p:spPr>
          <a:xfrm>
            <a:off x="2165260" y="4742544"/>
            <a:ext cx="1354870" cy="339939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2" name="Google Shape;969;p80">
            <a:extLst>
              <a:ext uri="{FF2B5EF4-FFF2-40B4-BE49-F238E27FC236}">
                <a16:creationId xmlns:a16="http://schemas.microsoft.com/office/drawing/2014/main" id="{AC2B3626-5568-581A-0AB2-0F3D729D5EEA}"/>
              </a:ext>
            </a:extLst>
          </p:cNvPr>
          <p:cNvSpPr/>
          <p:nvPr/>
        </p:nvSpPr>
        <p:spPr>
          <a:xfrm>
            <a:off x="8676735" y="2836696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3" name="Google Shape;969;p80">
            <a:extLst>
              <a:ext uri="{FF2B5EF4-FFF2-40B4-BE49-F238E27FC236}">
                <a16:creationId xmlns:a16="http://schemas.microsoft.com/office/drawing/2014/main" id="{E2FD2E7C-03C8-3690-5B9A-5EA56E8E72A2}"/>
              </a:ext>
            </a:extLst>
          </p:cNvPr>
          <p:cNvSpPr/>
          <p:nvPr/>
        </p:nvSpPr>
        <p:spPr>
          <a:xfrm>
            <a:off x="3789476" y="4742543"/>
            <a:ext cx="1354870" cy="339939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5" name="Google Shape;969;p80">
            <a:extLst>
              <a:ext uri="{FF2B5EF4-FFF2-40B4-BE49-F238E27FC236}">
                <a16:creationId xmlns:a16="http://schemas.microsoft.com/office/drawing/2014/main" id="{C4480EB8-BAC8-ED03-F938-3F4A3F095223}"/>
              </a:ext>
            </a:extLst>
          </p:cNvPr>
          <p:cNvSpPr/>
          <p:nvPr/>
        </p:nvSpPr>
        <p:spPr>
          <a:xfrm>
            <a:off x="8676735" y="2531300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6" name="Google Shape;969;p80">
            <a:extLst>
              <a:ext uri="{FF2B5EF4-FFF2-40B4-BE49-F238E27FC236}">
                <a16:creationId xmlns:a16="http://schemas.microsoft.com/office/drawing/2014/main" id="{8FBBA127-C900-E8A7-9C01-4B7FD6FD6B62}"/>
              </a:ext>
            </a:extLst>
          </p:cNvPr>
          <p:cNvSpPr/>
          <p:nvPr/>
        </p:nvSpPr>
        <p:spPr>
          <a:xfrm>
            <a:off x="8676735" y="4861439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7" name="Google Shape;969;p80">
            <a:extLst>
              <a:ext uri="{FF2B5EF4-FFF2-40B4-BE49-F238E27FC236}">
                <a16:creationId xmlns:a16="http://schemas.microsoft.com/office/drawing/2014/main" id="{7782EB6A-8CED-E57F-7734-9AF966969E0D}"/>
              </a:ext>
            </a:extLst>
          </p:cNvPr>
          <p:cNvSpPr/>
          <p:nvPr/>
        </p:nvSpPr>
        <p:spPr>
          <a:xfrm>
            <a:off x="8676735" y="4556043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8" name="Google Shape;969;p80">
            <a:extLst>
              <a:ext uri="{FF2B5EF4-FFF2-40B4-BE49-F238E27FC236}">
                <a16:creationId xmlns:a16="http://schemas.microsoft.com/office/drawing/2014/main" id="{AE0D0A45-E1BD-8835-3937-F49E6C6E8107}"/>
              </a:ext>
            </a:extLst>
          </p:cNvPr>
          <p:cNvSpPr/>
          <p:nvPr/>
        </p:nvSpPr>
        <p:spPr>
          <a:xfrm>
            <a:off x="7037716" y="4861439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9" name="Google Shape;969;p80">
            <a:extLst>
              <a:ext uri="{FF2B5EF4-FFF2-40B4-BE49-F238E27FC236}">
                <a16:creationId xmlns:a16="http://schemas.microsoft.com/office/drawing/2014/main" id="{A00D2388-8141-890B-9B6B-7A2FC5F95DEF}"/>
              </a:ext>
            </a:extLst>
          </p:cNvPr>
          <p:cNvSpPr/>
          <p:nvPr/>
        </p:nvSpPr>
        <p:spPr>
          <a:xfrm>
            <a:off x="7037716" y="4556043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20" name="Google Shape;969;p80">
            <a:extLst>
              <a:ext uri="{FF2B5EF4-FFF2-40B4-BE49-F238E27FC236}">
                <a16:creationId xmlns:a16="http://schemas.microsoft.com/office/drawing/2014/main" id="{754EB925-A23E-4F7E-3C28-BEFF83B3941B}"/>
              </a:ext>
            </a:extLst>
          </p:cNvPr>
          <p:cNvSpPr/>
          <p:nvPr/>
        </p:nvSpPr>
        <p:spPr>
          <a:xfrm>
            <a:off x="5386924" y="5725954"/>
            <a:ext cx="1412838" cy="339939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21" name="Google Shape;969;p80">
            <a:extLst>
              <a:ext uri="{FF2B5EF4-FFF2-40B4-BE49-F238E27FC236}">
                <a16:creationId xmlns:a16="http://schemas.microsoft.com/office/drawing/2014/main" id="{B4A9A932-6D5A-EEB8-E63A-238ED252D906}"/>
              </a:ext>
            </a:extLst>
          </p:cNvPr>
          <p:cNvSpPr/>
          <p:nvPr/>
        </p:nvSpPr>
        <p:spPr>
          <a:xfrm>
            <a:off x="516146" y="3840095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22" name="Google Shape;969;p80">
            <a:extLst>
              <a:ext uri="{FF2B5EF4-FFF2-40B4-BE49-F238E27FC236}">
                <a16:creationId xmlns:a16="http://schemas.microsoft.com/office/drawing/2014/main" id="{37552AF0-3EEF-0976-F09F-314A3172DF8D}"/>
              </a:ext>
            </a:extLst>
          </p:cNvPr>
          <p:cNvSpPr/>
          <p:nvPr/>
        </p:nvSpPr>
        <p:spPr>
          <a:xfrm>
            <a:off x="516146" y="3534699"/>
            <a:ext cx="1354870" cy="245227"/>
          </a:xfrm>
          <a:prstGeom prst="roundRect">
            <a:avLst>
              <a:gd name="adj" fmla="val 1147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A31A1FE-95E6-F4AE-8E61-38FDC469D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4084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22</a:t>
            </a:fld>
            <a:endParaRPr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47807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  <a:endParaRPr dirty="0"/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068456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dirty="0">
                <a:latin typeface="Helvetica Neue"/>
                <a:ea typeface="Helvetica Neue"/>
                <a:cs typeface="Helvetica Neue"/>
                <a:sym typeface="Helvetica Neue"/>
              </a:rPr>
              <a:t>Milestone</a:t>
            </a:r>
            <a:endParaRPr sz="11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>
            <a:spLocks noGrp="1"/>
          </p:cNvSpPr>
          <p:nvPr>
            <p:ph idx="1"/>
          </p:nvPr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sz="2000" dirty="0">
              <a:solidFill>
                <a:prstClr val="black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56" name="Google Shape;556;p6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23</a:t>
            </a:fld>
            <a:endParaRPr dirty="0">
              <a:sym typeface="Office Sans"/>
            </a:endParaRPr>
          </a:p>
        </p:txBody>
      </p:sp>
      <p:sp>
        <p:nvSpPr>
          <p:cNvPr id="559" name="Google Shape;559;p61"/>
          <p:cNvSpPr txBox="1">
            <a:spLocks noGrp="1"/>
          </p:cNvSpPr>
          <p:nvPr>
            <p:ph idx="10"/>
          </p:nvPr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  <a:endParaRPr sz="2000" dirty="0">
              <a:solidFill>
                <a:prstClr val="black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60" name="Google Shape;560;p61"/>
          <p:cNvSpPr txBox="1">
            <a:spLocks noGrp="1"/>
          </p:cNvSpPr>
          <p:nvPr>
            <p:ph idx="11"/>
          </p:nvPr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2000" dirty="0" err="1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2000" dirty="0">
                <a:solidFill>
                  <a:prstClr val="black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57" name="Google Shape;557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 with icons</a:t>
            </a:r>
            <a:endParaRPr dirty="0"/>
          </a:p>
        </p:txBody>
      </p:sp>
      <p:sp>
        <p:nvSpPr>
          <p:cNvPr id="561" name="Google Shape;561;p61" descr="Keep or replace with another icon."/>
          <p:cNvSpPr/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2" name="Google Shape;562;p61" descr="Keep or replace with another icon."/>
          <p:cNvSpPr/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3" name="Google Shape;563;p61" descr="Keep or replace with another icon."/>
          <p:cNvSpPr/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487E6C-E679-F541-4B4C-695C244D8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AD7E-82FE-F00F-0BFF-42135AC4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339" y="449662"/>
            <a:ext cx="6730425" cy="2401447"/>
          </a:xfrm>
        </p:spPr>
        <p:txBody>
          <a:bodyPr anchor="b">
            <a:noAutofit/>
          </a:bodyPr>
          <a:lstStyle/>
          <a:p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669" y="3564938"/>
            <a:ext cx="3758374" cy="614676"/>
          </a:xfrm>
        </p:spPr>
        <p:txBody>
          <a:bodyPr>
            <a:noAutofit/>
          </a:bodyPr>
          <a:lstStyle/>
          <a:p>
            <a:r>
              <a:rPr lang="en-US" sz="1800" dirty="0"/>
              <a:t>August Team Onsite </a:t>
            </a:r>
          </a:p>
          <a:p>
            <a:r>
              <a:rPr lang="en-US" sz="1800" dirty="0"/>
              <a:t>San Francisco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 txBox="1"/>
          <p:nvPr/>
        </p:nvSpPr>
        <p:spPr>
          <a:xfrm>
            <a:off x="6842234" y="-52341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 txBox="1"/>
          <p:nvPr/>
        </p:nvSpPr>
        <p:spPr>
          <a:xfrm>
            <a:off x="-2554014" y="-30900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98441-5F03-83E9-20CA-E905E3D7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45" b="61469"/>
          <a:stretch>
            <a:fillRect/>
          </a:stretch>
        </p:blipFill>
        <p:spPr>
          <a:xfrm>
            <a:off x="0" y="4763386"/>
            <a:ext cx="12192000" cy="20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1902</Words>
  <Application>Microsoft Macintosh PowerPoint</Application>
  <PresentationFormat>Widescreen</PresentationFormat>
  <Paragraphs>326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Office Sans</vt:lpstr>
      <vt:lpstr>Helvetica Neue Medium</vt:lpstr>
      <vt:lpstr>Inter</vt:lpstr>
      <vt:lpstr>Helvetica Neue</vt:lpstr>
      <vt:lpstr>Inter SemiBold</vt:lpstr>
      <vt:lpstr>Inter Medium</vt:lpstr>
      <vt:lpstr>Arial</vt:lpstr>
      <vt:lpstr>Aptos</vt:lpstr>
      <vt:lpstr>Default Office Theme</vt:lpstr>
      <vt:lpstr>Team onsite  and planning</vt:lpstr>
      <vt:lpstr>Today’s Agenda</vt:lpstr>
      <vt:lpstr>Section divider slide with speakers</vt:lpstr>
      <vt:lpstr>Large message slides with two callouts. Lorem ipsum dolor sit amet, consectetur adipiscing elit. Pellentesque ultricies quam  ut massa luctus cursus.  </vt:lpstr>
      <vt:lpstr>Half text, half image slide</vt:lpstr>
      <vt:lpstr>One column layout with image</vt:lpstr>
      <vt:lpstr>One column layout with checklist </vt:lpstr>
      <vt:lpstr>Intro with two comparison cards</vt:lpstr>
      <vt:lpstr>Intro and data table</vt:lpstr>
      <vt:lpstr>Intro and 2x2 card grid</vt:lpstr>
      <vt:lpstr>Four points grid layout </vt:lpstr>
      <vt:lpstr>Chart with three cards</vt:lpstr>
      <vt:lpstr>Intro with four topics</vt:lpstr>
      <vt:lpstr>Timeline with three text only milestones</vt:lpstr>
      <vt:lpstr>Timeline with three card milestones</vt:lpstr>
      <vt:lpstr>Line chart with two stat callout cards</vt:lpstr>
      <vt:lpstr>Three column layout with images</vt:lpstr>
      <vt:lpstr>Four column layout with images</vt:lpstr>
      <vt:lpstr>Three card layout</vt:lpstr>
      <vt:lpstr>Gantt chart over time</vt:lpstr>
      <vt:lpstr>Calendar grid with milestones</vt:lpstr>
      <vt:lpstr>Calendar grid with milestones</vt:lpstr>
      <vt:lpstr>Three column layout with icons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