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28"/>
  </p:notesMasterIdLst>
  <p:sldIdLst>
    <p:sldId id="394" r:id="rId2"/>
    <p:sldId id="395" r:id="rId3"/>
    <p:sldId id="356" r:id="rId4"/>
    <p:sldId id="378" r:id="rId5"/>
    <p:sldId id="314" r:id="rId6"/>
    <p:sldId id="324" r:id="rId7"/>
    <p:sldId id="393" r:id="rId8"/>
    <p:sldId id="350" r:id="rId9"/>
    <p:sldId id="358" r:id="rId10"/>
    <p:sldId id="376" r:id="rId11"/>
    <p:sldId id="382" r:id="rId12"/>
    <p:sldId id="381" r:id="rId13"/>
    <p:sldId id="303" r:id="rId14"/>
    <p:sldId id="385" r:id="rId15"/>
    <p:sldId id="380" r:id="rId16"/>
    <p:sldId id="323" r:id="rId17"/>
    <p:sldId id="337" r:id="rId18"/>
    <p:sldId id="338" r:id="rId19"/>
    <p:sldId id="343" r:id="rId20"/>
    <p:sldId id="353" r:id="rId21"/>
    <p:sldId id="369" r:id="rId22"/>
    <p:sldId id="386" r:id="rId23"/>
    <p:sldId id="334" r:id="rId24"/>
    <p:sldId id="317" r:id="rId25"/>
    <p:sldId id="391" r:id="rId26"/>
    <p:sldId id="392" r:id="rId27"/>
  </p:sldIdLst>
  <p:sldSz cx="12192000" cy="6858000"/>
  <p:notesSz cx="6858000" cy="9144000"/>
  <p:embeddedFontLst>
    <p:embeddedFont>
      <p:font typeface="Office Sans" panose="020B0004030202060203" pitchFamily="34" charset="77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24"/>
    <p:restoredTop sz="92742"/>
  </p:normalViewPr>
  <p:slideViewPr>
    <p:cSldViewPr snapToGrid="0">
      <p:cViewPr varScale="1">
        <p:scale>
          <a:sx n="52" d="100"/>
          <a:sy n="52" d="100"/>
        </p:scale>
        <p:origin x="208" y="264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3A3-C54F-BF62-FEFA3B7088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3A3-C54F-BF62-FEFA3B7088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5.00475860858364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ED-7F48-B4D5-DDD31BB1F1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ED-7F48-B4D5-DDD31BB1F1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overlap val="-16"/>
        <c:axId val="1785928255"/>
        <c:axId val="1769229823"/>
      </c:bar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3176846567900986"/>
          <c:h val="5.00599254305535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14D2-2802-9381-3FF9-B1BDC227F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838E4-A3D7-443C-4771-74618E3C9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27993-9BBE-6B01-9733-AB1FA9039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EA6BD-8166-9F1E-E1F9-3EC85E4DC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13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23951-66C6-D7E8-790F-0CF0CDEB9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305F7-2A47-9EE7-0DC5-5E2F42F3B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FE7F8-18F2-E7F6-1F97-F0863823C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FCA35-09F3-955D-A869-31D73771F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70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CFF8FD1-F32C-FBBD-584A-C36FE0DF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C2432F26-92DC-62C8-ED09-AB1B1F5F5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E256758-F923-3503-0236-6FA20A85D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701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A2160B53-C94F-F324-57D4-92A3DDB7F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A8C3294-CEB6-98B4-66A8-33CF6430BB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C211CB72-9E4F-9726-D62D-FFD7A145B1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309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4833CCCF-3F9D-A618-80AB-3D4A5A7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0FEAD63-73E6-6865-0563-39C87E4A2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AD55573-DB52-73E0-765A-E60EFC902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35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3E89AF2-D85A-7F7B-8786-BE47B9BEE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555A88C-CC2A-F72C-FE04-C222B8F557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E0C2C8DE-5BF6-9AB5-A6ED-B479DC84E1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3589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BC14113F-029B-FB33-F177-B2B418A1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CF3E01E-64AE-4922-C4A9-4D2F8BFA63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DD457944-AF00-713C-09E0-2B2ECB0FC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170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CB30B3C1-D818-E0F9-1E40-85E86208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3E18C8F-F2F8-56EA-C905-4B0E377B0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25ECFD9E-E6AC-EBEE-FC82-79604D288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4431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F89ECF8-8824-6720-A5F2-1B2A6FD2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4658B80-89F4-F5BF-B95D-D621BFBA5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EF2BB7B-24EA-6804-B96F-C5BDDD00B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213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DE808DF6-2BA4-D3A8-6F87-194045E9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C39EB48D-4A60-2E18-7780-611537800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16F1AE1-7020-BF2F-04C0-32FB7980E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401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31A631B4-9B88-69AC-1EB2-AA2DA50A1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53FA28B5-9E88-8FB0-AF67-B408863FF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5643A63-0A69-219B-9351-879FBF50E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566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C208160C-C64F-0B16-06EA-468AC5EC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B8C58D5-3BDF-F3EB-48E0-9F412C0B7C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CECB880F-7645-9A75-8354-B92C6D600B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4744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0CE2AA9-1874-036A-44E5-EECCCF41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C61A8DE-700A-3E09-7BFA-942599A37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1654C7C-4234-E662-B28E-10CE52782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151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E067008F-DEAC-B8F4-2359-205F6F195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D0E8783A-C49B-DC37-27A0-5B583D5509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12AD1EB6-38FE-E70D-9542-BC488087E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4995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60624CF-871F-6C1A-3A40-064D7581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517905A2-2B1F-6EBD-F467-D5DA4CFF5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836FD638-E9DC-1F2D-C7CC-0F9E5672A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251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91B44A4A-7E40-BFD3-37DB-217EDAA06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1D7ECD73-B6A6-6666-4CD2-8262521AA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46FD4653-2A59-FF27-AB7A-17A41D0FD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0162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D8728-3444-A340-4B90-A99B5B9FB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BA01F-42FD-9C3C-849B-1870E809D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0DC3C-3615-905D-6518-6D32DFBBB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627EF-349D-24B9-068F-0A00943AE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86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F939-D34A-71EB-689B-60A3AE9D2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733" y="1907316"/>
            <a:ext cx="7174888" cy="2491490"/>
          </a:xfrm>
        </p:spPr>
        <p:txBody>
          <a:bodyPr anchor="ctr">
            <a:noAutofit/>
          </a:bodyPr>
          <a:lstStyle/>
          <a:p>
            <a:r>
              <a:rPr lang="en-US" sz="6200" dirty="0"/>
              <a:t>Simple Dark Mode </a:t>
            </a:r>
            <a:br>
              <a:rPr lang="en-US" sz="6200" dirty="0"/>
            </a:br>
            <a:r>
              <a:rPr lang="en-US" sz="6200" dirty="0"/>
              <a:t>Presentation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733" y="5264722"/>
            <a:ext cx="6910483" cy="1080246"/>
          </a:xfrm>
        </p:spPr>
        <p:txBody>
          <a:bodyPr anchor="b">
            <a:noAutofit/>
          </a:bodyPr>
          <a:lstStyle/>
          <a:p>
            <a:r>
              <a:rPr lang="en-US" sz="1800" dirty="0"/>
              <a:t>Lorem ipsum dolor</a:t>
            </a:r>
          </a:p>
          <a:p>
            <a:r>
              <a:rPr lang="en-US" sz="1800" dirty="0"/>
              <a:t>Lorem ipsum dolor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 txBox="1">
            <a:spLocks/>
          </p:cNvSpPr>
          <p:nvPr/>
        </p:nvSpPr>
        <p:spPr>
          <a:xfrm>
            <a:off x="415734" y="392241"/>
            <a:ext cx="5702300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Supertitle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FE5203-6E11-8B2A-DE75-1E0C514093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69" r="8269"/>
          <a:stretch/>
        </p:blipFill>
        <p:spPr>
          <a:xfrm>
            <a:off x="7899094" y="0"/>
            <a:ext cx="4292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212E-7E50-75A6-1CA5-A5F54F2E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3712696"/>
            <a:ext cx="9448800" cy="2491490"/>
          </a:xfrm>
        </p:spPr>
        <p:txBody>
          <a:bodyPr>
            <a:noAutofit/>
          </a:bodyPr>
          <a:lstStyle/>
          <a:p>
            <a:r>
              <a:rPr lang="en-US" sz="7200" dirty="0"/>
              <a:t>Presentation </a:t>
            </a:r>
            <a:br>
              <a:rPr lang="en-US" sz="7200" dirty="0"/>
            </a:br>
            <a:r>
              <a:rPr lang="en-US" sz="7200" dirty="0"/>
              <a:t>headline goes here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 txBox="1">
            <a:spLocks/>
          </p:cNvSpPr>
          <p:nvPr/>
        </p:nvSpPr>
        <p:spPr>
          <a:xfrm>
            <a:off x="393699" y="392241"/>
            <a:ext cx="6157826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Supertitle</a:t>
            </a: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 txBox="1">
            <a:spLocks/>
          </p:cNvSpPr>
          <p:nvPr/>
        </p:nvSpPr>
        <p:spPr>
          <a:xfrm>
            <a:off x="7886700" y="392241"/>
            <a:ext cx="3911600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dirty="0"/>
              <a:t>Supertitle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BCF89-6B3E-13C3-5860-10A5B4F64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Today’s Agenda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8CD771-F7CC-8D28-8ED8-48ACE9DA4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452482"/>
              </p:ext>
            </p:extLst>
          </p:nvPr>
        </p:nvGraphicFramePr>
        <p:xfrm>
          <a:off x="393700" y="2080009"/>
          <a:ext cx="11404600" cy="3914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>
                  <a:extLst>
                    <a:ext uri="{9D8B030D-6E8A-4147-A177-3AD203B41FA5}">
                      <a16:colId xmlns:a16="http://schemas.microsoft.com/office/drawing/2014/main" val="1631070132"/>
                    </a:ext>
                  </a:extLst>
                </a:gridCol>
                <a:gridCol w="10526091">
                  <a:extLst>
                    <a:ext uri="{9D8B030D-6E8A-4147-A177-3AD203B41FA5}">
                      <a16:colId xmlns:a16="http://schemas.microsoft.com/office/drawing/2014/main" val="1616312772"/>
                    </a:ext>
                  </a:extLst>
                </a:gridCol>
              </a:tblGrid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one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842163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two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605887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three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02002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four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2306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five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140170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six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914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955627D7-4531-FF60-E9C2-2F11A6392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1838848"/>
            <a:ext cx="5533190" cy="4155552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 smtClean="0">
                <a:sym typeface="Office Sans"/>
              </a:rPr>
              <a:pPr/>
              <a:t>4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Two column layout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 txBox="1">
            <a:spLocks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0E7F48D-6160-4C7B-F1E4-6DA13560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5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Two column layout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 txBox="1">
            <a:spLocks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 txBox="1">
            <a:spLocks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7BF6385B-F2B3-709D-00BC-0FED7171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6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Three column layout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  <a:endParaRPr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endParaRPr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6358A81F-0B58-C840-8E04-6BF3A410D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02CCA-F21B-9365-60C4-CCFEB9244C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7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Three column layout</a:t>
            </a:r>
          </a:p>
        </p:txBody>
      </p:sp>
      <p:sp>
        <p:nvSpPr>
          <p:cNvPr id="5" name="Google Shape;558;p61">
            <a:extLst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 txBox="1">
            <a:spLocks/>
          </p:cNvSpPr>
          <p:nvPr/>
        </p:nvSpPr>
        <p:spPr>
          <a:xfrm>
            <a:off x="393700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  <p:sp>
        <p:nvSpPr>
          <p:cNvPr id="6" name="Google Shape;559;p61">
            <a:extLst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 txBox="1">
            <a:spLocks/>
          </p:cNvSpPr>
          <p:nvPr/>
        </p:nvSpPr>
        <p:spPr>
          <a:xfrm>
            <a:off x="4318000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 tempor ut massa elementum dapibus. Nam non ante quis enim fringilla tempus nec in lectus.</a:t>
            </a:r>
            <a:endParaRPr lang="en-US" sz="2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7" name="Google Shape;560;p61">
            <a:extLst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 txBox="1">
            <a:spLocks/>
          </p:cNvSpPr>
          <p:nvPr/>
        </p:nvSpPr>
        <p:spPr>
          <a:xfrm>
            <a:off x="8232273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 tempor ut massa elementum dapibus. Nam non ante quis enim fringilla tempus nec in lectus.</a:t>
            </a:r>
            <a:endParaRPr lang="en-US" sz="2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8" name="Google Shape;561;p61" descr="Keep or replace with another icon.">
            <a:extLst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/>
          <p:nvPr/>
        </p:nvSpPr>
        <p:spPr>
          <a:xfrm>
            <a:off x="4279904" y="3382303"/>
            <a:ext cx="315580" cy="353873"/>
          </a:xfrm>
          <a:custGeom>
            <a:avLst/>
            <a:gdLst/>
            <a:ahLst/>
            <a:cxnLst/>
            <a:rect l="l" t="t" r="r" b="b"/>
            <a:pathLst>
              <a:path w="20236" h="20115" extrusionOk="0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9" name="Google Shape;562;p61" descr="Keep or replace with another icon.">
            <a:extLst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/>
          <p:nvPr/>
        </p:nvSpPr>
        <p:spPr>
          <a:xfrm>
            <a:off x="401398" y="3378212"/>
            <a:ext cx="327078" cy="362074"/>
          </a:xfrm>
          <a:custGeom>
            <a:avLst/>
            <a:gdLst/>
            <a:ahLst/>
            <a:cxnLst/>
            <a:rect l="l" t="t" r="r" b="b"/>
            <a:pathLst>
              <a:path w="21600" h="21333" extrusionOk="0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0" name="Google Shape;563;p61" descr="Keep or replace with another icon.">
            <a:extLst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/>
          <p:nvPr/>
        </p:nvSpPr>
        <p:spPr>
          <a:xfrm>
            <a:off x="8231597" y="3406849"/>
            <a:ext cx="338580" cy="27091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9B0323E1-B478-9FE3-B5ED-6819FF00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8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Half text, half image slide</a:t>
            </a:r>
          </a:p>
        </p:txBody>
      </p:sp>
      <p:pic>
        <p:nvPicPr>
          <p:cNvPr id="4" name="Picture 3" descr="Replace with image.">
            <a:extLst>
              <a:ext uri="{FF2B5EF4-FFF2-40B4-BE49-F238E27FC236}">
                <a16:creationId xmlns:a16="http://schemas.microsoft.com/office/drawing/2014/main" id="{151807BD-12E8-1C71-568D-447C013D1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8" t="29168" b="23013"/>
          <a:stretch>
            <a:fillRect/>
          </a:stretch>
        </p:blipFill>
        <p:spPr>
          <a:xfrm>
            <a:off x="6269040" y="396409"/>
            <a:ext cx="5539740" cy="5602070"/>
          </a:xfrm>
          <a:prstGeom prst="roundRect">
            <a:avLst>
              <a:gd name="adj" fmla="val 1361"/>
            </a:avLst>
          </a:prstGeom>
        </p:spPr>
      </p:pic>
      <p:sp>
        <p:nvSpPr>
          <p:cNvPr id="8" name="Google Shape;534;p58">
            <a:extLst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 txBox="1">
            <a:spLocks/>
          </p:cNvSpPr>
          <p:nvPr/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4C3029DB-B611-6782-57C9-74AD8C9A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9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488"/>
            <a:ext cx="11404600" cy="1283032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Large message slides with three callouts.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/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/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 txBox="1">
            <a:spLocks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</a:t>
            </a:r>
            <a:endParaRPr lang="en-US" sz="1600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 txBox="1">
            <a:spLocks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</a:t>
            </a:r>
            <a:endParaRPr lang="en-US" sz="1600" dirty="0"/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/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/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/>
          <p:nvPr/>
        </p:nvSpPr>
        <p:spPr>
          <a:xfrm>
            <a:off x="388306" y="3365501"/>
            <a:ext cx="3568700" cy="26289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 txBox="1">
            <a:spLocks/>
          </p:cNvSpPr>
          <p:nvPr/>
        </p:nvSpPr>
        <p:spPr>
          <a:xfrm>
            <a:off x="701174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</a:t>
            </a:r>
            <a:endParaRPr lang="en-US" sz="1600" dirty="0"/>
          </a:p>
        </p:txBody>
      </p:sp>
      <p:sp>
        <p:nvSpPr>
          <p:cNvPr id="8" name="Google Shape;340;p61">
            <a:extLst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/>
          <p:nvPr/>
        </p:nvSpPr>
        <p:spPr>
          <a:xfrm>
            <a:off x="706998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 txBox="1">
            <a:spLocks/>
          </p:cNvSpPr>
          <p:nvPr/>
        </p:nvSpPr>
        <p:spPr>
          <a:xfrm>
            <a:off x="393701" y="1450523"/>
            <a:ext cx="11404599" cy="16292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0CDD53-1B07-DB60-0CAA-C14CF077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10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One column layout with checklist 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b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endParaRPr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 txBox="1">
            <a:spLocks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3" name="Google Shape;340;p61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/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 txBox="1"/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 txBox="1">
            <a:spLocks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17" name="Google Shape;340;p61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/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 txBox="1">
            <a:spLocks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19" name="Google Shape;340;p61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/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 txBox="1">
            <a:spLocks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21" name="Google Shape;340;p6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/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 txBox="1">
            <a:spLocks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24" name="Google Shape;340;p61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/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E2864E6F-A61F-6268-4D6A-78DC0BEE6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11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488"/>
            <a:ext cx="11404600" cy="644297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with two comparison cards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/>
          <p:nvPr/>
        </p:nvSpPr>
        <p:spPr>
          <a:xfrm>
            <a:off x="397013" y="3339053"/>
            <a:ext cx="5533887" cy="132080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 txBox="1">
            <a:spLocks/>
          </p:cNvSpPr>
          <p:nvPr/>
        </p:nvSpPr>
        <p:spPr>
          <a:xfrm>
            <a:off x="694248" y="3587937"/>
            <a:ext cx="4986886" cy="8777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 txBox="1">
            <a:spLocks/>
          </p:cNvSpPr>
          <p:nvPr/>
        </p:nvSpPr>
        <p:spPr>
          <a:xfrm>
            <a:off x="694248" y="4828582"/>
            <a:ext cx="5236652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/>
          <p:nvPr/>
        </p:nvSpPr>
        <p:spPr>
          <a:xfrm>
            <a:off x="6260785" y="3339053"/>
            <a:ext cx="5533887" cy="132080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 txBox="1">
            <a:spLocks/>
          </p:cNvSpPr>
          <p:nvPr/>
        </p:nvSpPr>
        <p:spPr>
          <a:xfrm>
            <a:off x="6558020" y="3587937"/>
            <a:ext cx="4986886" cy="8777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 txBox="1">
            <a:spLocks/>
          </p:cNvSpPr>
          <p:nvPr/>
        </p:nvSpPr>
        <p:spPr>
          <a:xfrm>
            <a:off x="6558020" y="4828582"/>
            <a:ext cx="5236652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 txBox="1">
            <a:spLocks/>
          </p:cNvSpPr>
          <p:nvPr/>
        </p:nvSpPr>
        <p:spPr>
          <a:xfrm>
            <a:off x="400939" y="1157513"/>
            <a:ext cx="11404599" cy="16292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6FEEB714-27EC-EADB-9D97-F2F51BFD8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12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and 2x2 card grid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/>
          <p:nvPr/>
        </p:nvSpPr>
        <p:spPr>
          <a:xfrm>
            <a:off x="6264412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 txBox="1">
            <a:spLocks/>
          </p:cNvSpPr>
          <p:nvPr/>
        </p:nvSpPr>
        <p:spPr>
          <a:xfrm>
            <a:off x="6561647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/>
          <p:nvPr/>
        </p:nvSpPr>
        <p:spPr>
          <a:xfrm>
            <a:off x="409043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 txBox="1">
            <a:spLocks/>
          </p:cNvSpPr>
          <p:nvPr/>
        </p:nvSpPr>
        <p:spPr>
          <a:xfrm>
            <a:off x="706278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/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 txBox="1">
            <a:spLocks/>
          </p:cNvSpPr>
          <p:nvPr/>
        </p:nvSpPr>
        <p:spPr>
          <a:xfrm>
            <a:off x="6561647" y="466503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/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 txBox="1">
            <a:spLocks/>
          </p:cNvSpPr>
          <p:nvPr/>
        </p:nvSpPr>
        <p:spPr>
          <a:xfrm>
            <a:off x="706278" y="466503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 txBox="1">
            <a:spLocks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6CEA-FF7D-9794-994B-E1F64405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188" y="6278563"/>
            <a:ext cx="519112" cy="2413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/>
              <a:t>Four points grid layout 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2032000"/>
            <a:ext cx="5537200" cy="1643063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56618" y="2032000"/>
            <a:ext cx="5537200" cy="1643063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 txBox="1">
            <a:spLocks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 </a:t>
            </a:r>
            <a:endPara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 txBox="1">
            <a:spLocks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 </a:t>
            </a:r>
            <a:endPara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BA2FB56-6C9E-95EC-5732-389D81A1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14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and data table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 txBox="1">
            <a:spLocks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graphicFrame>
        <p:nvGraphicFramePr>
          <p:cNvPr id="2" name="Google Shape;644;p93">
            <a:extLst>
              <a:ext uri="{FF2B5EF4-FFF2-40B4-BE49-F238E27FC236}">
                <a16:creationId xmlns:a16="http://schemas.microsoft.com/office/drawing/2014/main" id="{5B92C96C-AF80-E8E3-2109-4D6822E5E4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161241"/>
              </p:ext>
            </p:extLst>
          </p:nvPr>
        </p:nvGraphicFramePr>
        <p:xfrm>
          <a:off x="393700" y="2251080"/>
          <a:ext cx="11404599" cy="393261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390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7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No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No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No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288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1944D812-803F-DB18-EA01-C8287904B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15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with four topics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 txBox="1">
            <a:spLocks/>
          </p:cNvSpPr>
          <p:nvPr/>
        </p:nvSpPr>
        <p:spPr>
          <a:xfrm>
            <a:off x="6972300" y="23749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 txBox="1">
            <a:spLocks/>
          </p:cNvSpPr>
          <p:nvPr/>
        </p:nvSpPr>
        <p:spPr>
          <a:xfrm>
            <a:off x="4851400" y="23749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 txBox="1">
            <a:spLocks/>
          </p:cNvSpPr>
          <p:nvPr/>
        </p:nvSpPr>
        <p:spPr>
          <a:xfrm>
            <a:off x="6972300" y="33655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 txBox="1">
            <a:spLocks/>
          </p:cNvSpPr>
          <p:nvPr/>
        </p:nvSpPr>
        <p:spPr>
          <a:xfrm>
            <a:off x="4851400" y="33655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 txBox="1">
            <a:spLocks/>
          </p:cNvSpPr>
          <p:nvPr/>
        </p:nvSpPr>
        <p:spPr>
          <a:xfrm>
            <a:off x="6972300" y="43561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 txBox="1">
            <a:spLocks/>
          </p:cNvSpPr>
          <p:nvPr/>
        </p:nvSpPr>
        <p:spPr>
          <a:xfrm>
            <a:off x="4851400" y="43561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 txBox="1">
            <a:spLocks/>
          </p:cNvSpPr>
          <p:nvPr/>
        </p:nvSpPr>
        <p:spPr>
          <a:xfrm>
            <a:off x="6972300" y="53594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 txBox="1">
            <a:spLocks/>
          </p:cNvSpPr>
          <p:nvPr/>
        </p:nvSpPr>
        <p:spPr>
          <a:xfrm>
            <a:off x="4851400" y="53594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 txBox="1">
            <a:spLocks/>
          </p:cNvSpPr>
          <p:nvPr/>
        </p:nvSpPr>
        <p:spPr>
          <a:xfrm>
            <a:off x="393700" y="2374901"/>
            <a:ext cx="3568700" cy="361949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F6F69E-B773-8572-FA7F-ECBC69775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column layout with eight topics</a:t>
            </a:r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 txBox="1">
            <a:spLocks/>
          </p:cNvSpPr>
          <p:nvPr/>
        </p:nvSpPr>
        <p:spPr>
          <a:xfrm>
            <a:off x="393700" y="4161066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 txBox="1">
            <a:spLocks/>
          </p:cNvSpPr>
          <p:nvPr/>
        </p:nvSpPr>
        <p:spPr>
          <a:xfrm>
            <a:off x="3334966" y="4161066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 txBox="1">
            <a:spLocks/>
          </p:cNvSpPr>
          <p:nvPr/>
        </p:nvSpPr>
        <p:spPr>
          <a:xfrm>
            <a:off x="6264413" y="4161066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quam.</a:t>
            </a: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 txBox="1">
            <a:spLocks/>
          </p:cNvSpPr>
          <p:nvPr/>
        </p:nvSpPr>
        <p:spPr>
          <a:xfrm>
            <a:off x="9205679" y="4161066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quam.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8" name="Content Placeholder 15">
            <a:extLst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 txBox="1">
            <a:spLocks/>
          </p:cNvSpPr>
          <p:nvPr/>
        </p:nvSpPr>
        <p:spPr>
          <a:xfrm>
            <a:off x="393700" y="2208087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 txBox="1">
            <a:spLocks/>
          </p:cNvSpPr>
          <p:nvPr/>
        </p:nvSpPr>
        <p:spPr>
          <a:xfrm>
            <a:off x="3334966" y="2208087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30" name="Content Placeholder 17">
            <a:extLst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 txBox="1">
            <a:spLocks/>
          </p:cNvSpPr>
          <p:nvPr/>
        </p:nvSpPr>
        <p:spPr>
          <a:xfrm>
            <a:off x="6264413" y="2208087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quam.</a:t>
            </a: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 txBox="1">
            <a:spLocks/>
          </p:cNvSpPr>
          <p:nvPr/>
        </p:nvSpPr>
        <p:spPr>
          <a:xfrm>
            <a:off x="9205679" y="2208087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quam.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D4E6-CFF8-CAD9-A94E-1228D81E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Timeline with three text only milestones</a:t>
            </a: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B445FE4B-78BD-90F9-A6AA-1A4EF03DE791}"/>
              </a:ext>
            </a:extLst>
          </p:cNvPr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/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/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/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 txBox="1">
            <a:spLocks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 txBox="1">
            <a:spLocks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 txBox="1">
            <a:spLocks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 txBox="1">
            <a:spLocks/>
          </p:cNvSpPr>
          <p:nvPr/>
        </p:nvSpPr>
        <p:spPr>
          <a:xfrm>
            <a:off x="4317118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 txBox="1">
            <a:spLocks/>
          </p:cNvSpPr>
          <p:nvPr/>
        </p:nvSpPr>
        <p:spPr>
          <a:xfrm>
            <a:off x="399873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 txBox="1">
            <a:spLocks/>
          </p:cNvSpPr>
          <p:nvPr/>
        </p:nvSpPr>
        <p:spPr>
          <a:xfrm>
            <a:off x="8177917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384EB-0A36-C568-1394-622070320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Timeline with three card milestones</a:t>
            </a: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F626B8B8-EC06-A9AE-B0C0-EDD830C6DCE6}"/>
              </a:ext>
            </a:extLst>
          </p:cNvPr>
          <p:cNvCxnSpPr>
            <a:stCxn id="3" idx="2"/>
          </p:cNvCxnSpPr>
          <p:nvPr/>
        </p:nvCxnSpPr>
        <p:spPr>
          <a:xfrm>
            <a:off x="337718" y="5341621"/>
            <a:ext cx="12245400" cy="3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/>
          <p:nvPr/>
        </p:nvSpPr>
        <p:spPr>
          <a:xfrm>
            <a:off x="337718" y="5288071"/>
            <a:ext cx="107100" cy="1071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/>
          <p:nvPr/>
        </p:nvSpPr>
        <p:spPr>
          <a:xfrm>
            <a:off x="4251750" y="5288071"/>
            <a:ext cx="107100" cy="1071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/>
          <p:nvPr/>
        </p:nvSpPr>
        <p:spPr>
          <a:xfrm>
            <a:off x="8176050" y="5288071"/>
            <a:ext cx="107100" cy="1071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/>
          <p:nvPr/>
        </p:nvSpPr>
        <p:spPr>
          <a:xfrm>
            <a:off x="393700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 txBox="1">
            <a:spLocks/>
          </p:cNvSpPr>
          <p:nvPr/>
        </p:nvSpPr>
        <p:spPr>
          <a:xfrm>
            <a:off x="703381" y="1806797"/>
            <a:ext cx="2949339" cy="25667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/>
          <p:nvPr/>
        </p:nvSpPr>
        <p:spPr>
          <a:xfrm>
            <a:off x="4308475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 txBox="1">
            <a:spLocks/>
          </p:cNvSpPr>
          <p:nvPr/>
        </p:nvSpPr>
        <p:spPr>
          <a:xfrm>
            <a:off x="4618156" y="1806797"/>
            <a:ext cx="2949339" cy="25667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 Nullam pharetra mauris tortor. In hac habitasse platea dictumst. </a:t>
            </a:r>
            <a:endParaRPr lang="en-US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/>
          <p:nvPr/>
        </p:nvSpPr>
        <p:spPr>
          <a:xfrm>
            <a:off x="8237538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 txBox="1">
            <a:spLocks/>
          </p:cNvSpPr>
          <p:nvPr/>
        </p:nvSpPr>
        <p:spPr>
          <a:xfrm>
            <a:off x="8547219" y="1806797"/>
            <a:ext cx="2949339" cy="25667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 Nullam pharetra mauris tortor. In hac habitasse platea dictumst. </a:t>
            </a:r>
            <a:endParaRPr lang="en-US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 txBox="1">
            <a:spLocks/>
          </p:cNvSpPr>
          <p:nvPr/>
        </p:nvSpPr>
        <p:spPr>
          <a:xfrm>
            <a:off x="4251750" y="5602406"/>
            <a:ext cx="2595934" cy="39199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 txBox="1">
            <a:spLocks/>
          </p:cNvSpPr>
          <p:nvPr/>
        </p:nvSpPr>
        <p:spPr>
          <a:xfrm>
            <a:off x="390950" y="5602406"/>
            <a:ext cx="2595934" cy="39199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 txBox="1">
            <a:spLocks/>
          </p:cNvSpPr>
          <p:nvPr/>
        </p:nvSpPr>
        <p:spPr>
          <a:xfrm>
            <a:off x="8225439" y="5602406"/>
            <a:ext cx="2595934" cy="39199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36157-6036-D390-A3C9-CDC4590DA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/>
          <p:nvPr/>
        </p:nvSpPr>
        <p:spPr>
          <a:xfrm>
            <a:off x="39370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/>
          <p:nvPr/>
        </p:nvSpPr>
        <p:spPr>
          <a:xfrm>
            <a:off x="431165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/>
          <p:nvPr/>
        </p:nvSpPr>
        <p:spPr>
          <a:xfrm>
            <a:off x="8232297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19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 description and three large stat cards layout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2413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541859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21211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 txBox="1">
            <a:spLocks/>
          </p:cNvSpPr>
          <p:nvPr/>
        </p:nvSpPr>
        <p:spPr>
          <a:xfrm>
            <a:off x="702413" y="3429000"/>
            <a:ext cx="2940124" cy="13593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7500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 txBox="1">
            <a:spLocks/>
          </p:cNvSpPr>
          <p:nvPr/>
        </p:nvSpPr>
        <p:spPr>
          <a:xfrm>
            <a:off x="4612932" y="3429000"/>
            <a:ext cx="2940124" cy="13593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34%</a:t>
            </a:r>
            <a:endParaRPr lang="en-US" sz="7500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 txBox="1">
            <a:spLocks/>
          </p:cNvSpPr>
          <p:nvPr/>
        </p:nvSpPr>
        <p:spPr>
          <a:xfrm>
            <a:off x="8562362" y="3429000"/>
            <a:ext cx="2940124" cy="13593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56%</a:t>
            </a:r>
            <a:endParaRPr lang="en-US" sz="7500" dirty="0"/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 txBox="1">
            <a:spLocks/>
          </p:cNvSpPr>
          <p:nvPr/>
        </p:nvSpPr>
        <p:spPr>
          <a:xfrm>
            <a:off x="393700" y="1138300"/>
            <a:ext cx="11404599" cy="15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0CA52547-020D-99FE-7808-E009E93F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20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Chart with three cards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/>
          <p:nvPr/>
        </p:nvSpPr>
        <p:spPr>
          <a:xfrm>
            <a:off x="6264412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 txBox="1">
            <a:spLocks/>
          </p:cNvSpPr>
          <p:nvPr/>
        </p:nvSpPr>
        <p:spPr>
          <a:xfrm>
            <a:off x="6561647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/>
          <p:nvPr/>
        </p:nvSpPr>
        <p:spPr>
          <a:xfrm>
            <a:off x="6264413" y="393700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 txBox="1">
            <a:spLocks/>
          </p:cNvSpPr>
          <p:nvPr/>
        </p:nvSpPr>
        <p:spPr>
          <a:xfrm>
            <a:off x="6561648" y="688632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/>
          <p:nvPr/>
        </p:nvSpPr>
        <p:spPr>
          <a:xfrm>
            <a:off x="6264412" y="438153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 txBox="1">
            <a:spLocks/>
          </p:cNvSpPr>
          <p:nvPr/>
        </p:nvSpPr>
        <p:spPr>
          <a:xfrm>
            <a:off x="6561647" y="467646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92A243F-0816-2E7E-47DA-72090C0748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309529"/>
              </p:ext>
            </p:extLst>
          </p:nvPr>
        </p:nvGraphicFramePr>
        <p:xfrm>
          <a:off x="408690" y="1054100"/>
          <a:ext cx="5124182" cy="5452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45975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5CA6-088A-146D-5405-5BC96F41E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601CC-90EA-4B7E-D56D-42EF2FCCA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Line chart with two stat callout cards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/>
          <p:nvPr/>
        </p:nvSpPr>
        <p:spPr>
          <a:xfrm>
            <a:off x="6271986" y="3360085"/>
            <a:ext cx="2581975" cy="2656541"/>
          </a:xfrm>
          <a:prstGeom prst="roundRect">
            <a:avLst>
              <a:gd name="adj" fmla="val 6087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 txBox="1">
            <a:spLocks/>
          </p:cNvSpPr>
          <p:nvPr/>
        </p:nvSpPr>
        <p:spPr>
          <a:xfrm>
            <a:off x="6509338" y="3579974"/>
            <a:ext cx="2133315" cy="115581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 txBox="1">
            <a:spLocks/>
          </p:cNvSpPr>
          <p:nvPr/>
        </p:nvSpPr>
        <p:spPr>
          <a:xfrm>
            <a:off x="6575956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/>
          <p:nvPr/>
        </p:nvSpPr>
        <p:spPr>
          <a:xfrm>
            <a:off x="9224191" y="3360085"/>
            <a:ext cx="2581975" cy="2656541"/>
          </a:xfrm>
          <a:prstGeom prst="roundRect">
            <a:avLst>
              <a:gd name="adj" fmla="val 4984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 txBox="1">
            <a:spLocks/>
          </p:cNvSpPr>
          <p:nvPr/>
        </p:nvSpPr>
        <p:spPr>
          <a:xfrm>
            <a:off x="9461543" y="3579974"/>
            <a:ext cx="2133315" cy="115581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 txBox="1">
            <a:spLocks/>
          </p:cNvSpPr>
          <p:nvPr/>
        </p:nvSpPr>
        <p:spPr>
          <a:xfrm>
            <a:off x="9528161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 txBox="1">
            <a:spLocks/>
          </p:cNvSpPr>
          <p:nvPr/>
        </p:nvSpPr>
        <p:spPr>
          <a:xfrm>
            <a:off x="6261100" y="1955554"/>
            <a:ext cx="5539873" cy="990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A9CEB8C-F9CB-AABE-9537-F5DACE6E0F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186977"/>
              </p:ext>
            </p:extLst>
          </p:nvPr>
        </p:nvGraphicFramePr>
        <p:xfrm>
          <a:off x="385834" y="1254715"/>
          <a:ext cx="5534180" cy="5024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C63CE-3C36-388B-61B8-F60118207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472" y="6037263"/>
            <a:ext cx="3568700" cy="2413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Column chart with text and two stat callouts</a:t>
            </a:r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 txBox="1">
            <a:spLocks/>
          </p:cNvSpPr>
          <p:nvPr/>
        </p:nvSpPr>
        <p:spPr>
          <a:xfrm>
            <a:off x="6366176" y="407234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 txBox="1">
            <a:spLocks/>
          </p:cNvSpPr>
          <p:nvPr/>
        </p:nvSpPr>
        <p:spPr>
          <a:xfrm>
            <a:off x="6432794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 txBox="1">
            <a:spLocks/>
          </p:cNvSpPr>
          <p:nvPr/>
        </p:nvSpPr>
        <p:spPr>
          <a:xfrm>
            <a:off x="9318381" y="407234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 txBox="1">
            <a:spLocks/>
          </p:cNvSpPr>
          <p:nvPr/>
        </p:nvSpPr>
        <p:spPr>
          <a:xfrm>
            <a:off x="9384999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/>
          <p:nvPr/>
        </p:nvSpPr>
        <p:spPr>
          <a:xfrm>
            <a:off x="393700" y="1041400"/>
            <a:ext cx="5526315" cy="543507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 txBox="1">
            <a:spLocks/>
          </p:cNvSpPr>
          <p:nvPr/>
        </p:nvSpPr>
        <p:spPr>
          <a:xfrm>
            <a:off x="6432794" y="1709230"/>
            <a:ext cx="5331640" cy="161406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7DEBBA9-38C0-637D-AE8E-83E87C8893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946992"/>
              </p:ext>
            </p:extLst>
          </p:nvPr>
        </p:nvGraphicFramePr>
        <p:xfrm>
          <a:off x="634472" y="1322449"/>
          <a:ext cx="5029728" cy="4784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BFFD6-6B87-EAB1-D0FF-162A0B207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38F830-7B9C-051B-DC12-9F0215005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D1D8A-CA3D-A434-0754-9F35315A76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C5976F4-A9B2-F2E7-4978-328D7E79F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Three column pricing layout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69EA21-5FE9-B469-0E69-244150409D7E}"/>
              </a:ext>
            </a:extLst>
          </p:cNvPr>
          <p:cNvSpPr/>
          <p:nvPr/>
        </p:nvSpPr>
        <p:spPr>
          <a:xfrm>
            <a:off x="393700" y="2032000"/>
            <a:ext cx="3568700" cy="39624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5CF19569-DF26-117A-C6D2-24D6F235C247}"/>
              </a:ext>
            </a:extLst>
          </p:cNvPr>
          <p:cNvSpPr txBox="1">
            <a:spLocks/>
          </p:cNvSpPr>
          <p:nvPr/>
        </p:nvSpPr>
        <p:spPr>
          <a:xfrm>
            <a:off x="643731" y="4784271"/>
            <a:ext cx="3068638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Starting from</a:t>
            </a:r>
            <a:endParaRPr lang="en-US" sz="1400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E85BCA0B-F11A-3F91-BFDC-60A710EB42E7}"/>
              </a:ext>
            </a:extLst>
          </p:cNvPr>
          <p:cNvSpPr txBox="1">
            <a:spLocks/>
          </p:cNvSpPr>
          <p:nvPr/>
        </p:nvSpPr>
        <p:spPr>
          <a:xfrm>
            <a:off x="643731" y="5282152"/>
            <a:ext cx="1705769" cy="4818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$234</a:t>
            </a:r>
            <a:endParaRPr lang="en-US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04A72865-CE67-0213-93F1-FBB87D272977}"/>
              </a:ext>
            </a:extLst>
          </p:cNvPr>
          <p:cNvSpPr txBox="1">
            <a:spLocks/>
          </p:cNvSpPr>
          <p:nvPr/>
        </p:nvSpPr>
        <p:spPr>
          <a:xfrm>
            <a:off x="2349500" y="5424772"/>
            <a:ext cx="1362869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/ per month</a:t>
            </a:r>
            <a:endParaRPr lang="en-US" sz="1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DD86BB9-45D0-ABBC-5C82-E689FEF8EEE2}"/>
              </a:ext>
            </a:extLst>
          </p:cNvPr>
          <p:cNvCxnSpPr/>
          <p:nvPr/>
        </p:nvCxnSpPr>
        <p:spPr>
          <a:xfrm>
            <a:off x="660060" y="5071312"/>
            <a:ext cx="306977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DF5D157-47FC-7EDC-1523-10F26CA23894}"/>
              </a:ext>
            </a:extLst>
          </p:cNvPr>
          <p:cNvSpPr/>
          <p:nvPr/>
        </p:nvSpPr>
        <p:spPr>
          <a:xfrm>
            <a:off x="4305300" y="2032000"/>
            <a:ext cx="3568700" cy="39624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6989FC58-6651-988F-2173-E553A2622332}"/>
              </a:ext>
            </a:extLst>
          </p:cNvPr>
          <p:cNvSpPr txBox="1">
            <a:spLocks/>
          </p:cNvSpPr>
          <p:nvPr/>
        </p:nvSpPr>
        <p:spPr>
          <a:xfrm>
            <a:off x="4555331" y="2316048"/>
            <a:ext cx="3068638" cy="20400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210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</a:t>
            </a:r>
            <a:endParaRPr lang="en-US" sz="1600" dirty="0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E66672F-F530-8131-AE17-7D8B0C4598C8}"/>
              </a:ext>
            </a:extLst>
          </p:cNvPr>
          <p:cNvSpPr txBox="1">
            <a:spLocks/>
          </p:cNvSpPr>
          <p:nvPr/>
        </p:nvSpPr>
        <p:spPr>
          <a:xfrm>
            <a:off x="4555331" y="4784271"/>
            <a:ext cx="3068638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Starting from</a:t>
            </a:r>
            <a:endParaRPr lang="en-US" sz="140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695EE02-BC3C-19F6-65E7-0966804A6EE9}"/>
              </a:ext>
            </a:extLst>
          </p:cNvPr>
          <p:cNvSpPr txBox="1">
            <a:spLocks/>
          </p:cNvSpPr>
          <p:nvPr/>
        </p:nvSpPr>
        <p:spPr>
          <a:xfrm>
            <a:off x="4555331" y="5282152"/>
            <a:ext cx="1705769" cy="4818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$234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32C659A-53B8-CC59-46D1-4E699E1956E1}"/>
              </a:ext>
            </a:extLst>
          </p:cNvPr>
          <p:cNvSpPr txBox="1">
            <a:spLocks/>
          </p:cNvSpPr>
          <p:nvPr/>
        </p:nvSpPr>
        <p:spPr>
          <a:xfrm>
            <a:off x="6261100" y="5424772"/>
            <a:ext cx="1362869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/ per month</a:t>
            </a:r>
            <a:endParaRPr lang="en-US" sz="1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80DC37-20EA-B65A-B4F4-BC489B1C8C39}"/>
              </a:ext>
            </a:extLst>
          </p:cNvPr>
          <p:cNvCxnSpPr/>
          <p:nvPr/>
        </p:nvCxnSpPr>
        <p:spPr>
          <a:xfrm>
            <a:off x="4571660" y="5071312"/>
            <a:ext cx="306977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430AB07-EA64-D93C-CF24-3EDCC4BEB57A}"/>
              </a:ext>
            </a:extLst>
          </p:cNvPr>
          <p:cNvSpPr/>
          <p:nvPr/>
        </p:nvSpPr>
        <p:spPr>
          <a:xfrm>
            <a:off x="8216900" y="2032000"/>
            <a:ext cx="3568700" cy="39624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6D411AC2-1983-F431-63FB-933A18032744}"/>
              </a:ext>
            </a:extLst>
          </p:cNvPr>
          <p:cNvSpPr txBox="1">
            <a:spLocks/>
          </p:cNvSpPr>
          <p:nvPr/>
        </p:nvSpPr>
        <p:spPr>
          <a:xfrm>
            <a:off x="8466931" y="2316048"/>
            <a:ext cx="3068638" cy="20400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210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</a:t>
            </a:r>
            <a:endParaRPr lang="en-US" sz="1600" dirty="0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C334A3E4-1071-DA4F-DDF0-F8AB2F67CD18}"/>
              </a:ext>
            </a:extLst>
          </p:cNvPr>
          <p:cNvSpPr txBox="1">
            <a:spLocks/>
          </p:cNvSpPr>
          <p:nvPr/>
        </p:nvSpPr>
        <p:spPr>
          <a:xfrm>
            <a:off x="8466931" y="4784271"/>
            <a:ext cx="3068638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Starting from</a:t>
            </a:r>
            <a:endParaRPr lang="en-US" sz="1400" dirty="0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AAC48D9A-ED1F-3DF8-29B1-38FC259FEB4D}"/>
              </a:ext>
            </a:extLst>
          </p:cNvPr>
          <p:cNvSpPr txBox="1">
            <a:spLocks/>
          </p:cNvSpPr>
          <p:nvPr/>
        </p:nvSpPr>
        <p:spPr>
          <a:xfrm>
            <a:off x="8466931" y="5282152"/>
            <a:ext cx="1705769" cy="4818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$234</a:t>
            </a:r>
            <a:endParaRPr lang="en-US" dirty="0"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8D7AA20E-1806-08EF-DC79-F624261548F4}"/>
              </a:ext>
            </a:extLst>
          </p:cNvPr>
          <p:cNvSpPr txBox="1">
            <a:spLocks/>
          </p:cNvSpPr>
          <p:nvPr/>
        </p:nvSpPr>
        <p:spPr>
          <a:xfrm>
            <a:off x="10172700" y="5424772"/>
            <a:ext cx="1362869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/ per month</a:t>
            </a:r>
            <a:endParaRPr lang="en-US" sz="14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1ED2B9-52C4-916F-67CA-2E9D4A40E6EC}"/>
              </a:ext>
            </a:extLst>
          </p:cNvPr>
          <p:cNvCxnSpPr/>
          <p:nvPr/>
        </p:nvCxnSpPr>
        <p:spPr>
          <a:xfrm>
            <a:off x="8483260" y="5071312"/>
            <a:ext cx="306977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1939D6-9D6D-42BA-25A5-C8039DC2C62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2144" y="2316163"/>
            <a:ext cx="3070225" cy="2039937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75360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CFE5198B-4DE9-7211-B26D-C7E4AA28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24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Gantt chart over time</a:t>
            </a:r>
          </a:p>
        </p:txBody>
      </p:sp>
      <p:graphicFrame>
        <p:nvGraphicFramePr>
          <p:cNvPr id="4" name="Google Shape;953;p80">
            <a:extLst>
              <a:ext uri="{FF2B5EF4-FFF2-40B4-BE49-F238E27FC236}">
                <a16:creationId xmlns:a16="http://schemas.microsoft.com/office/drawing/2014/main" id="{132CDF09-C451-CA62-761F-2751020638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1330595"/>
              </p:ext>
            </p:extLst>
          </p:nvPr>
        </p:nvGraphicFramePr>
        <p:xfrm>
          <a:off x="393699" y="1379875"/>
          <a:ext cx="11404600" cy="4614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4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Google Shape;955;p80">
            <a:extLst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/>
          <p:nvPr/>
        </p:nvSpPr>
        <p:spPr>
          <a:xfrm>
            <a:off x="4721718" y="4107740"/>
            <a:ext cx="4562665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6" name="Google Shape;957;p80">
            <a:extLst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/>
          <p:nvPr/>
        </p:nvSpPr>
        <p:spPr>
          <a:xfrm>
            <a:off x="584093" y="5478390"/>
            <a:ext cx="11026708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  <a:endParaRPr sz="15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Google Shape;960;p80">
            <a:extLst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/>
          <p:nvPr/>
        </p:nvSpPr>
        <p:spPr>
          <a:xfrm>
            <a:off x="7522794" y="4754965"/>
            <a:ext cx="4088008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8" name="Google Shape;963;p80">
            <a:extLst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/>
          <p:nvPr/>
        </p:nvSpPr>
        <p:spPr>
          <a:xfrm>
            <a:off x="2819968" y="3403140"/>
            <a:ext cx="8790833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9" name="Google Shape;966;p80">
            <a:extLst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/>
          <p:nvPr/>
        </p:nvSpPr>
        <p:spPr>
          <a:xfrm>
            <a:off x="2819968" y="2698515"/>
            <a:ext cx="6408538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/>
          <p:nvPr/>
        </p:nvSpPr>
        <p:spPr>
          <a:xfrm>
            <a:off x="507893" y="1975090"/>
            <a:ext cx="4185180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" sz="150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  <a:endParaRPr sz="15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A891DA23-D923-EE7D-D1DE-8119C3EBE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25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Calendar grid with milestones</a:t>
            </a:r>
          </a:p>
        </p:txBody>
      </p:sp>
      <p:graphicFrame>
        <p:nvGraphicFramePr>
          <p:cNvPr id="4" name="Google Shape;953;p80">
            <a:extLst>
              <a:ext uri="{FF2B5EF4-FFF2-40B4-BE49-F238E27FC236}">
                <a16:creationId xmlns:a16="http://schemas.microsoft.com/office/drawing/2014/main" id="{31525A4F-58C1-A236-C046-EB5D76BF75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0068456"/>
              </p:ext>
            </p:extLst>
          </p:nvPr>
        </p:nvGraphicFramePr>
        <p:xfrm>
          <a:off x="393700" y="822085"/>
          <a:ext cx="11404600" cy="53501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1786964422"/>
                    </a:ext>
                  </a:extLst>
                </a:gridCol>
              </a:tblGrid>
              <a:tr h="4499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Monday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Tuesday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Wednesday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Thursday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Friday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348795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270079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495396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106221"/>
                  </a:ext>
                </a:extLst>
              </a:tr>
            </a:tbl>
          </a:graphicData>
        </a:graphic>
      </p:graphicFrame>
      <p:sp>
        <p:nvSpPr>
          <p:cNvPr id="2" name="Google Shape;969;p80">
            <a:extLst>
              <a:ext uri="{FF2B5EF4-FFF2-40B4-BE49-F238E27FC236}">
                <a16:creationId xmlns:a16="http://schemas.microsoft.com/office/drawing/2014/main" id="{A122CFB3-561F-F57A-0D76-5F64F78E6566}"/>
              </a:ext>
            </a:extLst>
          </p:cNvPr>
          <p:cNvSpPr/>
          <p:nvPr/>
        </p:nvSpPr>
        <p:spPr>
          <a:xfrm>
            <a:off x="535946" y="1633394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5" name="Google Shape;969;p80">
            <a:extLst>
              <a:ext uri="{FF2B5EF4-FFF2-40B4-BE49-F238E27FC236}">
                <a16:creationId xmlns:a16="http://schemas.microsoft.com/office/drawing/2014/main" id="{C931B0DD-E0CC-3A4D-1652-DEF41244CC5E}"/>
              </a:ext>
            </a:extLst>
          </p:cNvPr>
          <p:cNvSpPr/>
          <p:nvPr/>
        </p:nvSpPr>
        <p:spPr>
          <a:xfrm>
            <a:off x="535946" y="2039794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6" name="Google Shape;969;p80">
            <a:extLst>
              <a:ext uri="{FF2B5EF4-FFF2-40B4-BE49-F238E27FC236}">
                <a16:creationId xmlns:a16="http://schemas.microsoft.com/office/drawing/2014/main" id="{55193150-005D-DDAC-ACAE-A50653E1B6CE}"/>
              </a:ext>
            </a:extLst>
          </p:cNvPr>
          <p:cNvSpPr/>
          <p:nvPr/>
        </p:nvSpPr>
        <p:spPr>
          <a:xfrm>
            <a:off x="5095246" y="1788470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" sz="1100" dirty="0">
                <a:latin typeface="Helvetica Neue"/>
                <a:ea typeface="Helvetica Neue"/>
                <a:cs typeface="Helvetica Neue"/>
                <a:sym typeface="Helvetica Neue"/>
              </a:rPr>
              <a:t>Milestone</a:t>
            </a:r>
            <a:endParaRPr sz="11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969;p80">
            <a:extLst>
              <a:ext uri="{FF2B5EF4-FFF2-40B4-BE49-F238E27FC236}">
                <a16:creationId xmlns:a16="http://schemas.microsoft.com/office/drawing/2014/main" id="{E6450C44-6EBB-C6EE-22ED-5AD1B7978C9A}"/>
              </a:ext>
            </a:extLst>
          </p:cNvPr>
          <p:cNvSpPr/>
          <p:nvPr/>
        </p:nvSpPr>
        <p:spPr>
          <a:xfrm>
            <a:off x="535946" y="4257498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514ABA49-AA4D-75E4-06B4-7B2D65B6A93C}"/>
              </a:ext>
            </a:extLst>
          </p:cNvPr>
          <p:cNvSpPr/>
          <p:nvPr/>
        </p:nvSpPr>
        <p:spPr>
          <a:xfrm>
            <a:off x="7368546" y="4257498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4" name="Google Shape;969;p80">
            <a:extLst>
              <a:ext uri="{FF2B5EF4-FFF2-40B4-BE49-F238E27FC236}">
                <a16:creationId xmlns:a16="http://schemas.microsoft.com/office/drawing/2014/main" id="{0A803CC6-DD7B-E7CD-2227-ACC292A5C399}"/>
              </a:ext>
            </a:extLst>
          </p:cNvPr>
          <p:cNvSpPr/>
          <p:nvPr/>
        </p:nvSpPr>
        <p:spPr>
          <a:xfrm>
            <a:off x="2821946" y="5458770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4291209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51127-478D-87B2-23E5-8300D6F0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738755"/>
            <a:ext cx="9448800" cy="2491490"/>
          </a:xfrm>
        </p:spPr>
        <p:txBody>
          <a:bodyPr>
            <a:noAutofit/>
          </a:bodyPr>
          <a:lstStyle/>
          <a:p>
            <a:r>
              <a:rPr lang="en-US" sz="7200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973320"/>
            <a:ext cx="3568700" cy="1080246"/>
          </a:xfrm>
        </p:spPr>
        <p:txBody>
          <a:bodyPr>
            <a:noAutofit/>
          </a:bodyPr>
          <a:lstStyle/>
          <a:p>
            <a:r>
              <a:rPr lang="en-US" sz="2000" dirty="0"/>
              <a:t>Lorem ipsum details</a:t>
            </a:r>
          </a:p>
          <a:p>
            <a:r>
              <a:rPr lang="en-US" sz="2000" dirty="0"/>
              <a:t>Lorem ipsum details</a:t>
            </a:r>
          </a:p>
          <a:p>
            <a:r>
              <a:rPr lang="en-US" sz="2000" dirty="0"/>
              <a:t>Lorem ipsum details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 txBox="1">
            <a:spLocks/>
          </p:cNvSpPr>
          <p:nvPr/>
        </p:nvSpPr>
        <p:spPr>
          <a:xfrm>
            <a:off x="393700" y="392241"/>
            <a:ext cx="1612900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Supertitle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Office Theme">
  <a:themeElements>
    <a:clrScheme name="Office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1822</TotalTime>
  <Words>2437</Words>
  <Application>Microsoft Macintosh PowerPoint</Application>
  <PresentationFormat>Widescreen</PresentationFormat>
  <Paragraphs>318</Paragraphs>
  <Slides>26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Office Sans</vt:lpstr>
      <vt:lpstr>Helvetica Neue Medium</vt:lpstr>
      <vt:lpstr>Helvetica Neue</vt:lpstr>
      <vt:lpstr>Arial</vt:lpstr>
      <vt:lpstr>Aptos</vt:lpstr>
      <vt:lpstr>Default Office Theme</vt:lpstr>
      <vt:lpstr>Simple Dark Mode  Presentation</vt:lpstr>
      <vt:lpstr>Presentation  headline goes here</vt:lpstr>
      <vt:lpstr>Today’s Agenda</vt:lpstr>
      <vt:lpstr>Two column layout</vt:lpstr>
      <vt:lpstr>Two column layout</vt:lpstr>
      <vt:lpstr>Three column layout</vt:lpstr>
      <vt:lpstr>Three column layout</vt:lpstr>
      <vt:lpstr>Half text, half image slide</vt:lpstr>
      <vt:lpstr>Large message slides with three callouts. Lorem ipsum dolor sit amet, consectetur adipiscing elit. </vt:lpstr>
      <vt:lpstr>One column layout with checklist </vt:lpstr>
      <vt:lpstr>Intro with two comparison cards</vt:lpstr>
      <vt:lpstr>Intro and 2x2 card grid</vt:lpstr>
      <vt:lpstr>Four points grid layout </vt:lpstr>
      <vt:lpstr>Intro and data table</vt:lpstr>
      <vt:lpstr>Intro with four topics</vt:lpstr>
      <vt:lpstr>Four column layout with eight topics</vt:lpstr>
      <vt:lpstr>Timeline with three text only milestones</vt:lpstr>
      <vt:lpstr>Timeline with three card milestones</vt:lpstr>
      <vt:lpstr>Topic description and three large stat cards layout</vt:lpstr>
      <vt:lpstr>Chart with three cards</vt:lpstr>
      <vt:lpstr>Line chart with two stat callout cards</vt:lpstr>
      <vt:lpstr>Column chart with text and two stat callouts</vt:lpstr>
      <vt:lpstr>Three column pricing layout</vt:lpstr>
      <vt:lpstr>Gantt chart over time</vt:lpstr>
      <vt:lpstr>Calendar grid with milestones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